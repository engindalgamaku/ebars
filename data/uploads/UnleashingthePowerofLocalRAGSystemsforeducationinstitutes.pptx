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2.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 id="2147483691" r:id="rId5"/>
  </p:sldMasterIdLst>
  <p:notesMasterIdLst>
    <p:notesMasterId r:id="rId23"/>
  </p:notesMasterIdLst>
  <p:handoutMasterIdLst>
    <p:handoutMasterId r:id="rId24"/>
  </p:handoutMasterIdLst>
  <p:sldIdLst>
    <p:sldId id="256" r:id="rId6"/>
    <p:sldId id="257" r:id="rId7"/>
    <p:sldId id="259" r:id="rId8"/>
    <p:sldId id="261" r:id="rId9"/>
    <p:sldId id="263" r:id="rId10"/>
    <p:sldId id="264" r:id="rId11"/>
    <p:sldId id="267" r:id="rId12"/>
    <p:sldId id="271" r:id="rId13"/>
    <p:sldId id="273" r:id="rId14"/>
    <p:sldId id="272" r:id="rId15"/>
    <p:sldId id="274" r:id="rId16"/>
    <p:sldId id="270" r:id="rId17"/>
    <p:sldId id="275" r:id="rId18"/>
    <p:sldId id="268" r:id="rId19"/>
    <p:sldId id="276" r:id="rId20"/>
    <p:sldId id="277" r:id="rId21"/>
    <p:sldId id="269" r:id="rId22"/>
  </p:sldIdLst>
  <p:sldSz cx="12192000" cy="6858000"/>
  <p:notesSz cx="6858000" cy="9144000"/>
  <p:defaultTextStyle>
    <a:defPPr rtl="0">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7622" autoAdjust="0"/>
  </p:normalViewPr>
  <p:slideViewPr>
    <p:cSldViewPr snapToGrid="0">
      <p:cViewPr varScale="1">
        <p:scale>
          <a:sx n="89" d="100"/>
          <a:sy n="89" d="100"/>
        </p:scale>
        <p:origin x="756" y="72"/>
      </p:cViewPr>
      <p:guideLst/>
    </p:cSldViewPr>
  </p:slideViewPr>
  <p:notesTextViewPr>
    <p:cViewPr>
      <p:scale>
        <a:sx n="1" d="1"/>
        <a:sy n="1" d="1"/>
      </p:scale>
      <p:origin x="0" y="0"/>
    </p:cViewPr>
  </p:notesTextViewPr>
  <p:notesViewPr>
    <p:cSldViewPr snapToGrid="0">
      <p:cViewPr varScale="1">
        <p:scale>
          <a:sx n="88" d="100"/>
          <a:sy n="88" d="100"/>
        </p:scale>
        <p:origin x="379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4-09-19T18:08:50.614" idx="2">
    <p:pos x="10" y="10"/>
    <p:text>Good morning/afternoon, everyone.
I am Tao Wu, an Associate Professor at Zhujiang College of South China Agricultural University. Today, I am excited to share with you insights from our research on **"Unleashing the Power of Local RAG Systems for Education Institutes in the Digital Era."**</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4-09-19T21:05:16.813" idx="3">
    <p:pos x="10" y="10"/>
    <p:text>Let's begin by understanding what RAG actually is. Retrieval-Augmented Generation is a cutting-edge AI technique that marries the power of retrieval-based models with generative AI. This fusion allows RAG to accomplish something truly remarkable: it can sift through vast amounts of data, extract relevant information, and then use that information to generate new, contextually appropriate content.
But why should this matter to us as educators? Well, the potential applications of RAG in education are nothing short of transformative. Imagine a world where we can offer truly personalized content creation for each student, tailored to their individual learning needs and pace. With RAG, this becomes possible.
Moreover, RAG opens up exciting possibilities for real-time assistance in the classroom. Picture a scenario where students have access to an AI tutor that can instantly provide relevant information, explanations, and examples, all dynamically generated based on the student's current learning context.
Perhaps most excitingly, RAG enables the development of adaptive learning materials. These are resources that can evolve and adjust based on a student's progress, challenges, and learning style. This means we can create learning experiences that are not just personalized, but also responsive and engaging.
The aim of implementing RAG in education is clear: to foster a more tailored and engaging learning experience for our students. By leveraging this technology, we have the opportunity to meet each student where they are, provide them with the specific support they need, and ultimately enhance their educational journey.
As we delve deeper into this topic today, we'll explore the mechanics of RAG, examine specific use cases in education, and discuss the potential impact on teaching methodologies and learning outcomes. I'm excited to share this journey with you as we look towards a future where AI like RAG can help us unlock the full potential of every learner.</p:text>
    <p:extLst>
      <p:ext uri="{C676402C-5697-4E1C-873F-D02D1690AC5C}">
        <p15:threadingInfo xmlns:p15="http://schemas.microsoft.com/office/powerpoint/2012/main" timeZoneBias="-480"/>
      </p:ext>
    </p:extLst>
  </p:cm>
</p:cmLst>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0E385E-5D99-425F-8915-73F1497EBB21}" type="doc">
      <dgm:prSet loTypeId="urn:microsoft.com/office/officeart/2005/8/layout/gear1" loCatId="cycle" qsTypeId="urn:microsoft.com/office/officeart/2005/8/quickstyle/simple1" qsCatId="simple" csTypeId="urn:microsoft.com/office/officeart/2005/8/colors/colorful3" csCatId="colorful" phldr="1"/>
      <dgm:spPr/>
    </dgm:pt>
    <dgm:pt modelId="{97CC50B7-C7F1-493D-A101-32EDDBB72782}">
      <dgm:prSet phldrT="[文本]" custT="1"/>
      <dgm:spPr>
        <a:solidFill>
          <a:schemeClr val="accent3"/>
        </a:solidFill>
      </dgm:spPr>
      <dgm:t>
        <a:bodyPr/>
        <a:lstStyle/>
        <a:p>
          <a:r>
            <a:rPr lang="en-US" altLang="zh-CN" sz="2400" baseline="0" dirty="0" smtClean="0">
              <a:solidFill>
                <a:schemeClr val="tx1"/>
              </a:solidFill>
              <a:latin typeface="Microsoft YaHei UI" panose="020B0503020204020204" pitchFamily="34" charset="-122"/>
              <a:ea typeface="Microsoft YaHei UI" panose="020B0503020204020204" pitchFamily="34" charset="-122"/>
            </a:rPr>
            <a:t>Accuracy</a:t>
          </a:r>
          <a:endParaRPr lang="zh-CN" altLang="en-US" sz="1400" baseline="0" dirty="0">
            <a:solidFill>
              <a:schemeClr val="tx1"/>
            </a:solidFill>
          </a:endParaRPr>
        </a:p>
      </dgm:t>
    </dgm:pt>
    <dgm:pt modelId="{7DE5FECF-08BF-49C2-8F8E-6729463688EF}" type="parTrans" cxnId="{EBFCB799-1250-4DCB-B34F-37CB2C8A6EF8}">
      <dgm:prSet/>
      <dgm:spPr/>
      <dgm:t>
        <a:bodyPr/>
        <a:lstStyle/>
        <a:p>
          <a:endParaRPr lang="zh-CN" altLang="en-US"/>
        </a:p>
      </dgm:t>
    </dgm:pt>
    <dgm:pt modelId="{AB0A855D-D5D2-4508-9192-7FB1013549F7}" type="sibTrans" cxnId="{EBFCB799-1250-4DCB-B34F-37CB2C8A6EF8}">
      <dgm:prSet/>
      <dgm:spPr/>
      <dgm:t>
        <a:bodyPr/>
        <a:lstStyle/>
        <a:p>
          <a:endParaRPr lang="zh-CN" altLang="en-US"/>
        </a:p>
      </dgm:t>
    </dgm:pt>
    <dgm:pt modelId="{0B9F0E01-A193-40C1-8923-64646AB08786}">
      <dgm:prSet phldrT="[文本]" custT="1"/>
      <dgm:spPr/>
      <dgm:t>
        <a:bodyPr/>
        <a:lstStyle/>
        <a:p>
          <a:r>
            <a:rPr lang="de-CH" altLang="en-US" sz="1200" baseline="0" dirty="0" smtClean="0">
              <a:solidFill>
                <a:schemeClr val="accent1">
                  <a:lumMod val="75000"/>
                </a:schemeClr>
              </a:solidFill>
              <a:latin typeface="Microsoft YaHei UI" panose="020B0503020204020204" pitchFamily="34" charset="-122"/>
              <a:ea typeface="Microsoft YaHei UI" panose="020B0503020204020204" pitchFamily="34" charset="-122"/>
            </a:rPr>
            <a:t>Professional</a:t>
          </a:r>
          <a:endParaRPr lang="zh-CN" altLang="en-US" sz="1200" baseline="0" dirty="0">
            <a:solidFill>
              <a:schemeClr val="accent1">
                <a:lumMod val="75000"/>
              </a:schemeClr>
            </a:solidFill>
            <a:latin typeface="Microsoft YaHei UI" panose="020B0503020204020204" pitchFamily="34" charset="-122"/>
            <a:ea typeface="Microsoft YaHei UI" panose="020B0503020204020204" pitchFamily="34" charset="-122"/>
          </a:endParaRPr>
        </a:p>
      </dgm:t>
    </dgm:pt>
    <dgm:pt modelId="{CF8E5C30-B61F-432A-861E-8BAC3CBDFFF6}" type="parTrans" cxnId="{19174813-FA90-41C6-A873-4988D40B79AD}">
      <dgm:prSet/>
      <dgm:spPr/>
      <dgm:t>
        <a:bodyPr/>
        <a:lstStyle/>
        <a:p>
          <a:endParaRPr lang="zh-CN" altLang="en-US"/>
        </a:p>
      </dgm:t>
    </dgm:pt>
    <dgm:pt modelId="{39591D25-7F39-4153-B92A-6615AC28AC1D}" type="sibTrans" cxnId="{19174813-FA90-41C6-A873-4988D40B79AD}">
      <dgm:prSet/>
      <dgm:spPr/>
      <dgm:t>
        <a:bodyPr/>
        <a:lstStyle/>
        <a:p>
          <a:endParaRPr lang="zh-CN" altLang="en-US"/>
        </a:p>
      </dgm:t>
    </dgm:pt>
    <dgm:pt modelId="{CD50BE8E-1D57-49CE-97C1-18EEFFBDB7FC}">
      <dgm:prSet/>
      <dgm:spPr/>
      <dgm:t>
        <a:bodyPr/>
        <a:lstStyle/>
        <a:p>
          <a:r>
            <a:rPr lang="en-US" altLang="zh-CN" dirty="0" smtClean="0">
              <a:latin typeface="Microsoft YaHei UI" panose="020B0503020204020204" pitchFamily="34" charset="-122"/>
              <a:ea typeface="Microsoft YaHei UI" panose="020B0503020204020204" pitchFamily="34" charset="-122"/>
            </a:rPr>
            <a:t>Timely</a:t>
          </a:r>
          <a:endParaRPr lang="zh-CN" altLang="en-US" dirty="0">
            <a:latin typeface="Microsoft YaHei UI" panose="020B0503020204020204" pitchFamily="34" charset="-122"/>
            <a:ea typeface="Microsoft YaHei UI" panose="020B0503020204020204" pitchFamily="34" charset="-122"/>
          </a:endParaRPr>
        </a:p>
      </dgm:t>
    </dgm:pt>
    <dgm:pt modelId="{4725AF3C-9BC3-4F26-BFF6-963C9D0FDF80}" type="parTrans" cxnId="{039F5239-584F-45B5-A974-661DFB178B61}">
      <dgm:prSet/>
      <dgm:spPr/>
      <dgm:t>
        <a:bodyPr/>
        <a:lstStyle/>
        <a:p>
          <a:endParaRPr lang="zh-CN" altLang="en-US"/>
        </a:p>
      </dgm:t>
    </dgm:pt>
    <dgm:pt modelId="{8A1BEB11-42DE-4E91-99C4-E58609D36BD5}" type="sibTrans" cxnId="{039F5239-584F-45B5-A974-661DFB178B61}">
      <dgm:prSet/>
      <dgm:spPr/>
      <dgm:t>
        <a:bodyPr/>
        <a:lstStyle/>
        <a:p>
          <a:endParaRPr lang="zh-CN" altLang="en-US"/>
        </a:p>
      </dgm:t>
    </dgm:pt>
    <dgm:pt modelId="{C240ACF4-CF00-4AA4-9038-8CE42BDFE06B}" type="pres">
      <dgm:prSet presAssocID="{660E385E-5D99-425F-8915-73F1497EBB21}" presName="composite" presStyleCnt="0">
        <dgm:presLayoutVars>
          <dgm:chMax val="3"/>
          <dgm:animLvl val="lvl"/>
          <dgm:resizeHandles val="exact"/>
        </dgm:presLayoutVars>
      </dgm:prSet>
      <dgm:spPr/>
    </dgm:pt>
    <dgm:pt modelId="{F1A5DAA6-5C59-4F65-8071-BB2DAEC344B3}" type="pres">
      <dgm:prSet presAssocID="{97CC50B7-C7F1-493D-A101-32EDDBB72782}" presName="gear1" presStyleLbl="node1" presStyleIdx="0" presStyleCnt="3">
        <dgm:presLayoutVars>
          <dgm:chMax val="1"/>
          <dgm:bulletEnabled val="1"/>
        </dgm:presLayoutVars>
      </dgm:prSet>
      <dgm:spPr/>
      <dgm:t>
        <a:bodyPr/>
        <a:lstStyle/>
        <a:p>
          <a:endParaRPr lang="zh-CN" altLang="en-US"/>
        </a:p>
      </dgm:t>
    </dgm:pt>
    <dgm:pt modelId="{B886CC4E-E173-4230-9363-1007892FB120}" type="pres">
      <dgm:prSet presAssocID="{97CC50B7-C7F1-493D-A101-32EDDBB72782}" presName="gear1srcNode" presStyleLbl="node1" presStyleIdx="0" presStyleCnt="3"/>
      <dgm:spPr/>
      <dgm:t>
        <a:bodyPr/>
        <a:lstStyle/>
        <a:p>
          <a:endParaRPr lang="zh-CN" altLang="en-US"/>
        </a:p>
      </dgm:t>
    </dgm:pt>
    <dgm:pt modelId="{2FE5163B-C77D-4125-8EEB-BA79D63CBC92}" type="pres">
      <dgm:prSet presAssocID="{97CC50B7-C7F1-493D-A101-32EDDBB72782}" presName="gear1dstNode" presStyleLbl="node1" presStyleIdx="0" presStyleCnt="3"/>
      <dgm:spPr/>
      <dgm:t>
        <a:bodyPr/>
        <a:lstStyle/>
        <a:p>
          <a:endParaRPr lang="zh-CN" altLang="en-US"/>
        </a:p>
      </dgm:t>
    </dgm:pt>
    <dgm:pt modelId="{A98405A9-81B5-4C9B-B637-A8CBAACB68D7}" type="pres">
      <dgm:prSet presAssocID="{0B9F0E01-A193-40C1-8923-64646AB08786}" presName="gear2" presStyleLbl="node1" presStyleIdx="1" presStyleCnt="3">
        <dgm:presLayoutVars>
          <dgm:chMax val="1"/>
          <dgm:bulletEnabled val="1"/>
        </dgm:presLayoutVars>
      </dgm:prSet>
      <dgm:spPr/>
      <dgm:t>
        <a:bodyPr/>
        <a:lstStyle/>
        <a:p>
          <a:endParaRPr lang="zh-CN" altLang="en-US"/>
        </a:p>
      </dgm:t>
    </dgm:pt>
    <dgm:pt modelId="{A3C24DE9-35C3-407E-9E82-4ED095774027}" type="pres">
      <dgm:prSet presAssocID="{0B9F0E01-A193-40C1-8923-64646AB08786}" presName="gear2srcNode" presStyleLbl="node1" presStyleIdx="1" presStyleCnt="3"/>
      <dgm:spPr/>
      <dgm:t>
        <a:bodyPr/>
        <a:lstStyle/>
        <a:p>
          <a:endParaRPr lang="zh-CN" altLang="en-US"/>
        </a:p>
      </dgm:t>
    </dgm:pt>
    <dgm:pt modelId="{5976A1D7-1A53-4D31-9639-771F39E22B37}" type="pres">
      <dgm:prSet presAssocID="{0B9F0E01-A193-40C1-8923-64646AB08786}" presName="gear2dstNode" presStyleLbl="node1" presStyleIdx="1" presStyleCnt="3"/>
      <dgm:spPr/>
      <dgm:t>
        <a:bodyPr/>
        <a:lstStyle/>
        <a:p>
          <a:endParaRPr lang="zh-CN" altLang="en-US"/>
        </a:p>
      </dgm:t>
    </dgm:pt>
    <dgm:pt modelId="{264A6E39-7454-4965-83C6-38A513327886}" type="pres">
      <dgm:prSet presAssocID="{CD50BE8E-1D57-49CE-97C1-18EEFFBDB7FC}" presName="gear3" presStyleLbl="node1" presStyleIdx="2" presStyleCnt="3"/>
      <dgm:spPr/>
      <dgm:t>
        <a:bodyPr/>
        <a:lstStyle/>
        <a:p>
          <a:endParaRPr lang="zh-CN" altLang="en-US"/>
        </a:p>
      </dgm:t>
    </dgm:pt>
    <dgm:pt modelId="{D26BD030-1420-4BE2-B7A6-7465523748AD}" type="pres">
      <dgm:prSet presAssocID="{CD50BE8E-1D57-49CE-97C1-18EEFFBDB7FC}" presName="gear3tx" presStyleLbl="node1" presStyleIdx="2" presStyleCnt="3">
        <dgm:presLayoutVars>
          <dgm:chMax val="1"/>
          <dgm:bulletEnabled val="1"/>
        </dgm:presLayoutVars>
      </dgm:prSet>
      <dgm:spPr/>
      <dgm:t>
        <a:bodyPr/>
        <a:lstStyle/>
        <a:p>
          <a:endParaRPr lang="zh-CN" altLang="en-US"/>
        </a:p>
      </dgm:t>
    </dgm:pt>
    <dgm:pt modelId="{B78E8306-0E5C-4471-B335-F660F32A3E90}" type="pres">
      <dgm:prSet presAssocID="{CD50BE8E-1D57-49CE-97C1-18EEFFBDB7FC}" presName="gear3srcNode" presStyleLbl="node1" presStyleIdx="2" presStyleCnt="3"/>
      <dgm:spPr/>
      <dgm:t>
        <a:bodyPr/>
        <a:lstStyle/>
        <a:p>
          <a:endParaRPr lang="zh-CN" altLang="en-US"/>
        </a:p>
      </dgm:t>
    </dgm:pt>
    <dgm:pt modelId="{3E064AD6-9567-4C22-93ED-B4107D8007DC}" type="pres">
      <dgm:prSet presAssocID="{CD50BE8E-1D57-49CE-97C1-18EEFFBDB7FC}" presName="gear3dstNode" presStyleLbl="node1" presStyleIdx="2" presStyleCnt="3"/>
      <dgm:spPr/>
      <dgm:t>
        <a:bodyPr/>
        <a:lstStyle/>
        <a:p>
          <a:endParaRPr lang="zh-CN" altLang="en-US"/>
        </a:p>
      </dgm:t>
    </dgm:pt>
    <dgm:pt modelId="{892A7BA1-3446-4D9B-B13A-C980732E64EC}" type="pres">
      <dgm:prSet presAssocID="{AB0A855D-D5D2-4508-9192-7FB1013549F7}" presName="connector1" presStyleLbl="sibTrans2D1" presStyleIdx="0" presStyleCnt="3"/>
      <dgm:spPr/>
      <dgm:t>
        <a:bodyPr/>
        <a:lstStyle/>
        <a:p>
          <a:endParaRPr lang="zh-CN" altLang="en-US"/>
        </a:p>
      </dgm:t>
    </dgm:pt>
    <dgm:pt modelId="{8F07EC85-AD5F-4CC0-8020-4F630D477565}" type="pres">
      <dgm:prSet presAssocID="{39591D25-7F39-4153-B92A-6615AC28AC1D}" presName="connector2" presStyleLbl="sibTrans2D1" presStyleIdx="1" presStyleCnt="3"/>
      <dgm:spPr/>
      <dgm:t>
        <a:bodyPr/>
        <a:lstStyle/>
        <a:p>
          <a:endParaRPr lang="zh-CN" altLang="en-US"/>
        </a:p>
      </dgm:t>
    </dgm:pt>
    <dgm:pt modelId="{0F416250-8E9A-4637-A36F-4BC947FD22AA}" type="pres">
      <dgm:prSet presAssocID="{8A1BEB11-42DE-4E91-99C4-E58609D36BD5}" presName="connector3" presStyleLbl="sibTrans2D1" presStyleIdx="2" presStyleCnt="3"/>
      <dgm:spPr/>
      <dgm:t>
        <a:bodyPr/>
        <a:lstStyle/>
        <a:p>
          <a:endParaRPr lang="zh-CN" altLang="en-US"/>
        </a:p>
      </dgm:t>
    </dgm:pt>
  </dgm:ptLst>
  <dgm:cxnLst>
    <dgm:cxn modelId="{046F2EC6-554C-436A-8125-BF7D9E5E6FD8}" type="presOf" srcId="{AB0A855D-D5D2-4508-9192-7FB1013549F7}" destId="{892A7BA1-3446-4D9B-B13A-C980732E64EC}" srcOrd="0" destOrd="0" presId="urn:microsoft.com/office/officeart/2005/8/layout/gear1"/>
    <dgm:cxn modelId="{06F864F8-EC0E-4645-968A-C1DE1A1CEFCB}" type="presOf" srcId="{97CC50B7-C7F1-493D-A101-32EDDBB72782}" destId="{B886CC4E-E173-4230-9363-1007892FB120}" srcOrd="1" destOrd="0" presId="urn:microsoft.com/office/officeart/2005/8/layout/gear1"/>
    <dgm:cxn modelId="{DB415373-9704-4CD2-8F71-F765200E5236}" type="presOf" srcId="{0B9F0E01-A193-40C1-8923-64646AB08786}" destId="{5976A1D7-1A53-4D31-9639-771F39E22B37}" srcOrd="2" destOrd="0" presId="urn:microsoft.com/office/officeart/2005/8/layout/gear1"/>
    <dgm:cxn modelId="{E1154599-26BA-49BD-9D38-C439687EE879}" type="presOf" srcId="{97CC50B7-C7F1-493D-A101-32EDDBB72782}" destId="{F1A5DAA6-5C59-4F65-8071-BB2DAEC344B3}" srcOrd="0" destOrd="0" presId="urn:microsoft.com/office/officeart/2005/8/layout/gear1"/>
    <dgm:cxn modelId="{5D7D7A4E-3C86-443E-9265-C5B0A3C87C1F}" type="presOf" srcId="{8A1BEB11-42DE-4E91-99C4-E58609D36BD5}" destId="{0F416250-8E9A-4637-A36F-4BC947FD22AA}" srcOrd="0" destOrd="0" presId="urn:microsoft.com/office/officeart/2005/8/layout/gear1"/>
    <dgm:cxn modelId="{869F1298-DDDC-4BBB-AA8C-93C362956342}" type="presOf" srcId="{97CC50B7-C7F1-493D-A101-32EDDBB72782}" destId="{2FE5163B-C77D-4125-8EEB-BA79D63CBC92}" srcOrd="2" destOrd="0" presId="urn:microsoft.com/office/officeart/2005/8/layout/gear1"/>
    <dgm:cxn modelId="{19174813-FA90-41C6-A873-4988D40B79AD}" srcId="{660E385E-5D99-425F-8915-73F1497EBB21}" destId="{0B9F0E01-A193-40C1-8923-64646AB08786}" srcOrd="1" destOrd="0" parTransId="{CF8E5C30-B61F-432A-861E-8BAC3CBDFFF6}" sibTransId="{39591D25-7F39-4153-B92A-6615AC28AC1D}"/>
    <dgm:cxn modelId="{5A01B878-5625-410B-8CC5-7D0610184CB8}" type="presOf" srcId="{660E385E-5D99-425F-8915-73F1497EBB21}" destId="{C240ACF4-CF00-4AA4-9038-8CE42BDFE06B}" srcOrd="0" destOrd="0" presId="urn:microsoft.com/office/officeart/2005/8/layout/gear1"/>
    <dgm:cxn modelId="{039F5239-584F-45B5-A974-661DFB178B61}" srcId="{660E385E-5D99-425F-8915-73F1497EBB21}" destId="{CD50BE8E-1D57-49CE-97C1-18EEFFBDB7FC}" srcOrd="2" destOrd="0" parTransId="{4725AF3C-9BC3-4F26-BFF6-963C9D0FDF80}" sibTransId="{8A1BEB11-42DE-4E91-99C4-E58609D36BD5}"/>
    <dgm:cxn modelId="{EBFCB799-1250-4DCB-B34F-37CB2C8A6EF8}" srcId="{660E385E-5D99-425F-8915-73F1497EBB21}" destId="{97CC50B7-C7F1-493D-A101-32EDDBB72782}" srcOrd="0" destOrd="0" parTransId="{7DE5FECF-08BF-49C2-8F8E-6729463688EF}" sibTransId="{AB0A855D-D5D2-4508-9192-7FB1013549F7}"/>
    <dgm:cxn modelId="{39663F23-DE23-4A2D-B677-0DAE3FB8AF52}" type="presOf" srcId="{0B9F0E01-A193-40C1-8923-64646AB08786}" destId="{A98405A9-81B5-4C9B-B637-A8CBAACB68D7}" srcOrd="0" destOrd="0" presId="urn:microsoft.com/office/officeart/2005/8/layout/gear1"/>
    <dgm:cxn modelId="{49F70342-15AB-4668-9DF5-EF1FEEE724F1}" type="presOf" srcId="{CD50BE8E-1D57-49CE-97C1-18EEFFBDB7FC}" destId="{3E064AD6-9567-4C22-93ED-B4107D8007DC}" srcOrd="3" destOrd="0" presId="urn:microsoft.com/office/officeart/2005/8/layout/gear1"/>
    <dgm:cxn modelId="{87D088D2-1245-4F7B-A85C-52110E7E9CAC}" type="presOf" srcId="{CD50BE8E-1D57-49CE-97C1-18EEFFBDB7FC}" destId="{264A6E39-7454-4965-83C6-38A513327886}" srcOrd="0" destOrd="0" presId="urn:microsoft.com/office/officeart/2005/8/layout/gear1"/>
    <dgm:cxn modelId="{ECA4999A-9AF5-4728-A9C9-1BFBE535B11A}" type="presOf" srcId="{0B9F0E01-A193-40C1-8923-64646AB08786}" destId="{A3C24DE9-35C3-407E-9E82-4ED095774027}" srcOrd="1" destOrd="0" presId="urn:microsoft.com/office/officeart/2005/8/layout/gear1"/>
    <dgm:cxn modelId="{52B75FC0-7634-4961-B4D1-FB3D1E63B0D7}" type="presOf" srcId="{CD50BE8E-1D57-49CE-97C1-18EEFFBDB7FC}" destId="{D26BD030-1420-4BE2-B7A6-7465523748AD}" srcOrd="1" destOrd="0" presId="urn:microsoft.com/office/officeart/2005/8/layout/gear1"/>
    <dgm:cxn modelId="{346C2AE9-265C-4F17-87A9-FFCFF76CE6D3}" type="presOf" srcId="{39591D25-7F39-4153-B92A-6615AC28AC1D}" destId="{8F07EC85-AD5F-4CC0-8020-4F630D477565}" srcOrd="0" destOrd="0" presId="urn:microsoft.com/office/officeart/2005/8/layout/gear1"/>
    <dgm:cxn modelId="{8F36A990-491C-42E0-8C9D-864D61561470}" type="presOf" srcId="{CD50BE8E-1D57-49CE-97C1-18EEFFBDB7FC}" destId="{B78E8306-0E5C-4471-B335-F660F32A3E90}" srcOrd="2" destOrd="0" presId="urn:microsoft.com/office/officeart/2005/8/layout/gear1"/>
    <dgm:cxn modelId="{DB2B71E6-C551-48DC-A326-B471012B9269}" type="presParOf" srcId="{C240ACF4-CF00-4AA4-9038-8CE42BDFE06B}" destId="{F1A5DAA6-5C59-4F65-8071-BB2DAEC344B3}" srcOrd="0" destOrd="0" presId="urn:microsoft.com/office/officeart/2005/8/layout/gear1"/>
    <dgm:cxn modelId="{3BAFC93A-9618-465B-A75D-08A73B94B881}" type="presParOf" srcId="{C240ACF4-CF00-4AA4-9038-8CE42BDFE06B}" destId="{B886CC4E-E173-4230-9363-1007892FB120}" srcOrd="1" destOrd="0" presId="urn:microsoft.com/office/officeart/2005/8/layout/gear1"/>
    <dgm:cxn modelId="{01F46329-C859-4DB6-BB04-413376CBEFDF}" type="presParOf" srcId="{C240ACF4-CF00-4AA4-9038-8CE42BDFE06B}" destId="{2FE5163B-C77D-4125-8EEB-BA79D63CBC92}" srcOrd="2" destOrd="0" presId="urn:microsoft.com/office/officeart/2005/8/layout/gear1"/>
    <dgm:cxn modelId="{BDF4A3E9-17C5-4C09-B1E4-EBEBE1D8C27C}" type="presParOf" srcId="{C240ACF4-CF00-4AA4-9038-8CE42BDFE06B}" destId="{A98405A9-81B5-4C9B-B637-A8CBAACB68D7}" srcOrd="3" destOrd="0" presId="urn:microsoft.com/office/officeart/2005/8/layout/gear1"/>
    <dgm:cxn modelId="{B38B1473-6944-4A48-82F2-1660A792C0A4}" type="presParOf" srcId="{C240ACF4-CF00-4AA4-9038-8CE42BDFE06B}" destId="{A3C24DE9-35C3-407E-9E82-4ED095774027}" srcOrd="4" destOrd="0" presId="urn:microsoft.com/office/officeart/2005/8/layout/gear1"/>
    <dgm:cxn modelId="{C4D64AA5-3700-4801-BC68-F9709438F87C}" type="presParOf" srcId="{C240ACF4-CF00-4AA4-9038-8CE42BDFE06B}" destId="{5976A1D7-1A53-4D31-9639-771F39E22B37}" srcOrd="5" destOrd="0" presId="urn:microsoft.com/office/officeart/2005/8/layout/gear1"/>
    <dgm:cxn modelId="{CAA88FCF-38A9-40E3-B957-B257891D5330}" type="presParOf" srcId="{C240ACF4-CF00-4AA4-9038-8CE42BDFE06B}" destId="{264A6E39-7454-4965-83C6-38A513327886}" srcOrd="6" destOrd="0" presId="urn:microsoft.com/office/officeart/2005/8/layout/gear1"/>
    <dgm:cxn modelId="{20A64A74-AD21-4D76-8562-52FA81B64985}" type="presParOf" srcId="{C240ACF4-CF00-4AA4-9038-8CE42BDFE06B}" destId="{D26BD030-1420-4BE2-B7A6-7465523748AD}" srcOrd="7" destOrd="0" presId="urn:microsoft.com/office/officeart/2005/8/layout/gear1"/>
    <dgm:cxn modelId="{3F328344-24EF-46B2-9BA3-B7C658E7E996}" type="presParOf" srcId="{C240ACF4-CF00-4AA4-9038-8CE42BDFE06B}" destId="{B78E8306-0E5C-4471-B335-F660F32A3E90}" srcOrd="8" destOrd="0" presId="urn:microsoft.com/office/officeart/2005/8/layout/gear1"/>
    <dgm:cxn modelId="{C4DEEAA0-8E7A-433D-B149-040165108B2A}" type="presParOf" srcId="{C240ACF4-CF00-4AA4-9038-8CE42BDFE06B}" destId="{3E064AD6-9567-4C22-93ED-B4107D8007DC}" srcOrd="9" destOrd="0" presId="urn:microsoft.com/office/officeart/2005/8/layout/gear1"/>
    <dgm:cxn modelId="{B30917A9-7709-42A0-9DF9-00A46BE455E0}" type="presParOf" srcId="{C240ACF4-CF00-4AA4-9038-8CE42BDFE06B}" destId="{892A7BA1-3446-4D9B-B13A-C980732E64EC}" srcOrd="10" destOrd="0" presId="urn:microsoft.com/office/officeart/2005/8/layout/gear1"/>
    <dgm:cxn modelId="{7FCB65BA-DC55-4BF5-97AD-F91081F1410E}" type="presParOf" srcId="{C240ACF4-CF00-4AA4-9038-8CE42BDFE06B}" destId="{8F07EC85-AD5F-4CC0-8020-4F630D477565}" srcOrd="11" destOrd="0" presId="urn:microsoft.com/office/officeart/2005/8/layout/gear1"/>
    <dgm:cxn modelId="{09B482B3-E7E1-408D-8B78-259EF73F7055}" type="presParOf" srcId="{C240ACF4-CF00-4AA4-9038-8CE42BDFE06B}" destId="{0F416250-8E9A-4637-A36F-4BC947FD22AA}"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6A03B98-D89F-42E9-ABAD-DC29BCF74C9D}"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zh-CN" altLang="en-US"/>
        </a:p>
      </dgm:t>
    </dgm:pt>
    <dgm:pt modelId="{CAE0ADBE-BF1A-418D-B36C-0DF26FE8A644}" type="pres">
      <dgm:prSet presAssocID="{C6A03B98-D89F-42E9-ABAD-DC29BCF74C9D}" presName="Name0" presStyleCnt="0">
        <dgm:presLayoutVars>
          <dgm:dir/>
          <dgm:resizeHandles/>
        </dgm:presLayoutVars>
      </dgm:prSet>
      <dgm:spPr/>
      <dgm:t>
        <a:bodyPr/>
        <a:lstStyle/>
        <a:p>
          <a:endParaRPr lang="zh-CN" altLang="en-US"/>
        </a:p>
      </dgm:t>
    </dgm:pt>
  </dgm:ptLst>
  <dgm:cxnLst>
    <dgm:cxn modelId="{7B55A45B-A83B-4A58-888F-9681AF1CC920}" type="presOf" srcId="{C6A03B98-D89F-42E9-ABAD-DC29BCF74C9D}" destId="{CAE0ADBE-BF1A-418D-B36C-0DF26FE8A644}" srcOrd="0"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A5DAA6-5C59-4F65-8071-BB2DAEC344B3}">
      <dsp:nvSpPr>
        <dsp:cNvPr id="0" name=""/>
        <dsp:cNvSpPr/>
      </dsp:nvSpPr>
      <dsp:spPr>
        <a:xfrm>
          <a:off x="2772409" y="2187416"/>
          <a:ext cx="2673508" cy="2673508"/>
        </a:xfrm>
        <a:prstGeom prst="gear9">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altLang="zh-CN" sz="2400" kern="1200" baseline="0" dirty="0" smtClean="0">
              <a:solidFill>
                <a:schemeClr val="tx1"/>
              </a:solidFill>
              <a:latin typeface="Microsoft YaHei UI" panose="020B0503020204020204" pitchFamily="34" charset="-122"/>
              <a:ea typeface="Microsoft YaHei UI" panose="020B0503020204020204" pitchFamily="34" charset="-122"/>
            </a:rPr>
            <a:t>Accuracy</a:t>
          </a:r>
          <a:endParaRPr lang="zh-CN" altLang="en-US" sz="1400" kern="1200" baseline="0" dirty="0">
            <a:solidFill>
              <a:schemeClr val="tx1"/>
            </a:solidFill>
          </a:endParaRPr>
        </a:p>
      </dsp:txBody>
      <dsp:txXfrm>
        <a:off x="3309903" y="2813672"/>
        <a:ext cx="1598520" cy="1374239"/>
      </dsp:txXfrm>
    </dsp:sp>
    <dsp:sp modelId="{A98405A9-81B5-4C9B-B637-A8CBAACB68D7}">
      <dsp:nvSpPr>
        <dsp:cNvPr id="0" name=""/>
        <dsp:cNvSpPr/>
      </dsp:nvSpPr>
      <dsp:spPr>
        <a:xfrm>
          <a:off x="1216913" y="1555496"/>
          <a:ext cx="1944370" cy="1944370"/>
        </a:xfrm>
        <a:prstGeom prst="gear6">
          <a:avLst/>
        </a:prstGeom>
        <a:solidFill>
          <a:schemeClr val="accent3">
            <a:hueOff val="1355300"/>
            <a:satOff val="50000"/>
            <a:lumOff val="-22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de-CH" altLang="en-US" sz="1200" kern="1200" baseline="0" dirty="0" smtClean="0">
              <a:solidFill>
                <a:schemeClr val="accent1">
                  <a:lumMod val="75000"/>
                </a:schemeClr>
              </a:solidFill>
              <a:latin typeface="Microsoft YaHei UI" panose="020B0503020204020204" pitchFamily="34" charset="-122"/>
              <a:ea typeface="Microsoft YaHei UI" panose="020B0503020204020204" pitchFamily="34" charset="-122"/>
            </a:rPr>
            <a:t>Professional</a:t>
          </a:r>
          <a:endParaRPr lang="zh-CN" altLang="en-US" sz="1200" kern="1200" baseline="0" dirty="0">
            <a:solidFill>
              <a:schemeClr val="accent1">
                <a:lumMod val="75000"/>
              </a:schemeClr>
            </a:solidFill>
            <a:latin typeface="Microsoft YaHei UI" panose="020B0503020204020204" pitchFamily="34" charset="-122"/>
            <a:ea typeface="Microsoft YaHei UI" panose="020B0503020204020204" pitchFamily="34" charset="-122"/>
          </a:endParaRPr>
        </a:p>
      </dsp:txBody>
      <dsp:txXfrm>
        <a:off x="1706414" y="2047955"/>
        <a:ext cx="965368" cy="959452"/>
      </dsp:txXfrm>
    </dsp:sp>
    <dsp:sp modelId="{264A6E39-7454-4965-83C6-38A513327886}">
      <dsp:nvSpPr>
        <dsp:cNvPr id="0" name=""/>
        <dsp:cNvSpPr/>
      </dsp:nvSpPr>
      <dsp:spPr>
        <a:xfrm rot="20700000">
          <a:off x="2305959" y="214079"/>
          <a:ext cx="1905085" cy="1905085"/>
        </a:xfrm>
        <a:prstGeom prst="gear6">
          <a:avLst/>
        </a:prstGeom>
        <a:solidFill>
          <a:schemeClr val="accent3">
            <a:hueOff val="2710599"/>
            <a:satOff val="100000"/>
            <a:lumOff val="-4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altLang="zh-CN" sz="2500" kern="1200" dirty="0" smtClean="0">
              <a:latin typeface="Microsoft YaHei UI" panose="020B0503020204020204" pitchFamily="34" charset="-122"/>
              <a:ea typeface="Microsoft YaHei UI" panose="020B0503020204020204" pitchFamily="34" charset="-122"/>
            </a:rPr>
            <a:t>Timely</a:t>
          </a:r>
          <a:endParaRPr lang="zh-CN" altLang="en-US" sz="2500" kern="1200" dirty="0">
            <a:latin typeface="Microsoft YaHei UI" panose="020B0503020204020204" pitchFamily="34" charset="-122"/>
            <a:ea typeface="Microsoft YaHei UI" panose="020B0503020204020204" pitchFamily="34" charset="-122"/>
          </a:endParaRPr>
        </a:p>
      </dsp:txBody>
      <dsp:txXfrm rot="-20700000">
        <a:off x="2723800" y="631920"/>
        <a:ext cx="1069403" cy="1069403"/>
      </dsp:txXfrm>
    </dsp:sp>
    <dsp:sp modelId="{892A7BA1-3446-4D9B-B13A-C980732E64EC}">
      <dsp:nvSpPr>
        <dsp:cNvPr id="0" name=""/>
        <dsp:cNvSpPr/>
      </dsp:nvSpPr>
      <dsp:spPr>
        <a:xfrm>
          <a:off x="2574220" y="1779775"/>
          <a:ext cx="3422091" cy="3422091"/>
        </a:xfrm>
        <a:prstGeom prst="circularArrow">
          <a:avLst>
            <a:gd name="adj1" fmla="val 4687"/>
            <a:gd name="adj2" fmla="val 299029"/>
            <a:gd name="adj3" fmla="val 2530072"/>
            <a:gd name="adj4" fmla="val 15831638"/>
            <a:gd name="adj5" fmla="val 5469"/>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07EC85-AD5F-4CC0-8020-4F630D477565}">
      <dsp:nvSpPr>
        <dsp:cNvPr id="0" name=""/>
        <dsp:cNvSpPr/>
      </dsp:nvSpPr>
      <dsp:spPr>
        <a:xfrm>
          <a:off x="872569" y="1122419"/>
          <a:ext cx="2486363" cy="2486363"/>
        </a:xfrm>
        <a:prstGeom prst="leftCircularArrow">
          <a:avLst>
            <a:gd name="adj1" fmla="val 6452"/>
            <a:gd name="adj2" fmla="val 429999"/>
            <a:gd name="adj3" fmla="val 10489124"/>
            <a:gd name="adj4" fmla="val 14837806"/>
            <a:gd name="adj5" fmla="val 7527"/>
          </a:avLst>
        </a:prstGeom>
        <a:solidFill>
          <a:schemeClr val="accent3">
            <a:hueOff val="1355300"/>
            <a:satOff val="50000"/>
            <a:lumOff val="-2245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F416250-8E9A-4637-A36F-4BC947FD22AA}">
      <dsp:nvSpPr>
        <dsp:cNvPr id="0" name=""/>
        <dsp:cNvSpPr/>
      </dsp:nvSpPr>
      <dsp:spPr>
        <a:xfrm>
          <a:off x="1865293" y="-206067"/>
          <a:ext cx="2680800" cy="2680800"/>
        </a:xfrm>
        <a:prstGeom prst="circularArrow">
          <a:avLst>
            <a:gd name="adj1" fmla="val 5984"/>
            <a:gd name="adj2" fmla="val 394124"/>
            <a:gd name="adj3" fmla="val 13313824"/>
            <a:gd name="adj4" fmla="val 10508221"/>
            <a:gd name="adj5" fmla="val 6981"/>
          </a:avLst>
        </a:prstGeom>
        <a:solidFill>
          <a:schemeClr val="accent3">
            <a:hueOff val="2710599"/>
            <a:satOff val="100000"/>
            <a:lumOff val="-44902"/>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6F3D7B8C-FB91-4E62-81F6-504C3FE26FC0}" type="datetime1">
              <a:rPr lang="zh-CN" altLang="en-US" smtClean="0">
                <a:latin typeface="Microsoft YaHei UI" panose="020B0503020204020204" pitchFamily="34" charset="-122"/>
                <a:ea typeface="Microsoft YaHei UI" panose="020B0503020204020204" pitchFamily="34" charset="-122"/>
              </a:rPr>
              <a:t>2024/10/20</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D65BC62-3B36-43F8-8B69-D6E5E743DA31}"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97D76CC9-0D84-4667-B5D3-71F6F3B20641}" type="datetime1">
              <a:rPr lang="zh-CN" altLang="en-US" noProof="0" smtClean="0"/>
              <a:t>2024/10/20</a:t>
            </a:fld>
            <a:endParaRPr lang="zh-CN" altLang="en-US" noProof="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E6AEB063-7F11-4E3B-BA52-07405B1C2D95}" type="slidenum">
              <a:rPr lang="en-US" altLang="zh-CN" noProof="0" smtClean="0"/>
              <a:pPr/>
              <a:t>‹#›</a:t>
            </a:fld>
            <a:endParaRPr lang="zh-CN" altLang="en-US" noProof="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r>
              <a:rPr lang="en-US" altLang="zh-CN" baseline="0" dirty="0" smtClean="0"/>
              <a:t>Hello, everyone. I am Tao Wu, and  very happy to receive the invitation from ICETC to share with you my views on the application prospects of the latest technologies such as RAG in education. My talk may not cover all the current hot topics, but I only hope that it will inspire you to set the direction for related research and move on.</a:t>
            </a:r>
            <a:endParaRPr lang="zh-CN" altLang="en-US" dirty="0"/>
          </a:p>
        </p:txBody>
      </p:sp>
      <p:sp>
        <p:nvSpPr>
          <p:cNvPr id="4" name="灯片编号占位符 3"/>
          <p:cNvSpPr>
            <a:spLocks noGrp="1"/>
          </p:cNvSpPr>
          <p:nvPr>
            <p:ph type="sldNum" sz="quarter" idx="10"/>
          </p:nvPr>
        </p:nvSpPr>
        <p:spPr/>
        <p:txBody>
          <a:bodyPr rtlCol="0"/>
          <a:lstStyle/>
          <a:p>
            <a:pPr rtl="0"/>
            <a:fld id="{E6AEB063-7F11-4E3B-BA52-07405B1C2D95}" type="slidenum">
              <a:rPr lang="en-US" altLang="zh-CN" smtClean="0"/>
              <a:t>1</a:t>
            </a:fld>
            <a:endParaRPr lang="zh-CN" altLang="en-US"/>
          </a:p>
        </p:txBody>
      </p:sp>
    </p:spTree>
    <p:extLst>
      <p:ext uri="{BB962C8B-B14F-4D97-AF65-F5344CB8AC3E}">
        <p14:creationId xmlns:p14="http://schemas.microsoft.com/office/powerpoint/2010/main" val="3205455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I'm an Associate Professor at </a:t>
            </a:r>
            <a:r>
              <a:rPr lang="en-US" altLang="zh-CN" baseline="0" dirty="0" err="1" smtClean="0"/>
              <a:t>Zhujiang</a:t>
            </a:r>
            <a:r>
              <a:rPr lang="en-US" altLang="zh-CN" baseline="0" dirty="0" smtClean="0"/>
              <a:t> College of South China Agricultural University, and I was also the Associate Editor of the International Journal of Web-Based Learning and Teaching Technologies. Today, I'm really excited to chat with you today about a new and exciting way of learning that uses technology. It's called Retrieval-Augmented Generation, or RAG systems. This amazing technology has the potential to change the way we learn forever! It can provide personalized learning experiences that are tailored to each student's need.</a:t>
            </a:r>
            <a:endParaRPr lang="zh-CN" alt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10"/>
          </p:nvPr>
        </p:nvSpPr>
        <p:spPr/>
        <p:txBody>
          <a:bodyPr rtlCol="0"/>
          <a:lstStyle/>
          <a:p>
            <a:pPr rtl="0"/>
            <a:fld id="{E6AEB063-7F11-4E3B-BA52-07405B1C2D95}" type="slidenum">
              <a:rPr lang="en-US" altLang="zh-CN" smtClean="0"/>
              <a:t>2</a:t>
            </a:fld>
            <a:endParaRPr lang="zh-CN" altLang="en-US"/>
          </a:p>
        </p:txBody>
      </p:sp>
    </p:spTree>
    <p:extLst>
      <p:ext uri="{BB962C8B-B14F-4D97-AF65-F5344CB8AC3E}">
        <p14:creationId xmlns:p14="http://schemas.microsoft.com/office/powerpoint/2010/main" val="2752401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r>
              <a:rPr lang="en-US" altLang="zh-CN" dirty="0" smtClean="0">
                <a:latin typeface="Tahoma" panose="020B0604030504040204" pitchFamily="34" charset="0"/>
                <a:ea typeface="Tahoma" panose="020B0604030504040204" pitchFamily="34" charset="0"/>
                <a:cs typeface="Tahoma" panose="020B0604030504040204" pitchFamily="34" charset="0"/>
              </a:rPr>
              <a:t>It's time for our wonderful educators to embrace the amazing digital age through innovative means!</a:t>
            </a:r>
            <a:endParaRPr lang="zh-CN" alt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10"/>
          </p:nvPr>
        </p:nvSpPr>
        <p:spPr/>
        <p:txBody>
          <a:bodyPr rtlCol="0"/>
          <a:lstStyle/>
          <a:p>
            <a:pPr rtl="0"/>
            <a:fld id="{E6AEB063-7F11-4E3B-BA52-07405B1C2D95}" type="slidenum">
              <a:rPr lang="en-US" altLang="zh-CN" smtClean="0"/>
              <a:t>3</a:t>
            </a:fld>
            <a:endParaRPr lang="zh-CN" altLang="en-US"/>
          </a:p>
        </p:txBody>
      </p:sp>
    </p:spTree>
    <p:extLst>
      <p:ext uri="{BB962C8B-B14F-4D97-AF65-F5344CB8AC3E}">
        <p14:creationId xmlns:p14="http://schemas.microsoft.com/office/powerpoint/2010/main" val="3338027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r>
              <a:rPr lang="en-US" altLang="zh-CN" dirty="0" smtClean="0">
                <a:latin typeface="Tahoma" panose="020B0604030504040204" pitchFamily="34" charset="0"/>
                <a:ea typeface="Tahoma" panose="020B0604030504040204" pitchFamily="34" charset="0"/>
                <a:cs typeface="Tahoma" panose="020B0604030504040204" pitchFamily="34" charset="0"/>
              </a:rPr>
              <a:t>My speech is divided into six parts:, and the key words are shown in the figure.</a:t>
            </a:r>
            <a:endParaRPr lang="zh-CN" alt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10"/>
          </p:nvPr>
        </p:nvSpPr>
        <p:spPr/>
        <p:txBody>
          <a:bodyPr rtlCol="0"/>
          <a:lstStyle/>
          <a:p>
            <a:pPr rtl="0"/>
            <a:fld id="{E6AEB063-7F11-4E3B-BA52-07405B1C2D95}" type="slidenum">
              <a:rPr lang="en-US" altLang="zh-CN" smtClean="0"/>
              <a:t>4</a:t>
            </a:fld>
            <a:endParaRPr lang="zh-CN" altLang="en-US"/>
          </a:p>
        </p:txBody>
      </p:sp>
    </p:spTree>
    <p:extLst>
      <p:ext uri="{BB962C8B-B14F-4D97-AF65-F5344CB8AC3E}">
        <p14:creationId xmlns:p14="http://schemas.microsoft.com/office/powerpoint/2010/main" val="2639452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r>
              <a:rPr lang="en-US" altLang="zh-CN" dirty="0" smtClean="0">
                <a:latin typeface="Tahoma" panose="020B0604030504040204" pitchFamily="34" charset="0"/>
                <a:ea typeface="Tahoma" panose="020B0604030504040204" pitchFamily="34" charset="0"/>
                <a:cs typeface="Tahoma" panose="020B0604030504040204" pitchFamily="34" charset="0"/>
              </a:rPr>
              <a:t>Let's begin by understanding what RAG actually is. Retrieval-Augmented Generation is a cutting-edge AI technique that marries the power of retrieval-based models with generative AI. This fusion allows RAG to accomplish something truly remarkable: it can sift through vast amounts of data, extract relevant information, and then use that information to generate new, contextually appropriate content.</a:t>
            </a:r>
          </a:p>
          <a:p>
            <a:pPr rtl="0"/>
            <a:endParaRPr lang="en-US" altLang="zh-CN" dirty="0" smtClean="0">
              <a:latin typeface="Tahoma" panose="020B0604030504040204" pitchFamily="34" charset="0"/>
              <a:ea typeface="Tahoma" panose="020B0604030504040204" pitchFamily="34" charset="0"/>
              <a:cs typeface="Tahoma" panose="020B0604030504040204" pitchFamily="34" charset="0"/>
            </a:endParaRPr>
          </a:p>
          <a:p>
            <a:pPr rtl="0"/>
            <a:r>
              <a:rPr lang="en-US" altLang="zh-CN" dirty="0" smtClean="0">
                <a:latin typeface="Tahoma" panose="020B0604030504040204" pitchFamily="34" charset="0"/>
                <a:ea typeface="Tahoma" panose="020B0604030504040204" pitchFamily="34" charset="0"/>
                <a:cs typeface="Tahoma" panose="020B0604030504040204" pitchFamily="34" charset="0"/>
              </a:rPr>
              <a:t>But why should this matter to us as educators? Well, the potential applications of RAG in education are nothing short of transformative. Imagine a world where we can offer truly personalized content creation for each student, tailored to their individual learning needs and pace. With RAG, this becomes possible.</a:t>
            </a:r>
          </a:p>
          <a:p>
            <a:pPr rtl="0"/>
            <a:endParaRPr lang="en-US" altLang="zh-CN" dirty="0" smtClean="0">
              <a:latin typeface="Tahoma" panose="020B0604030504040204" pitchFamily="34" charset="0"/>
              <a:ea typeface="Tahoma" panose="020B0604030504040204" pitchFamily="34" charset="0"/>
              <a:cs typeface="Tahoma" panose="020B0604030504040204" pitchFamily="34" charset="0"/>
            </a:endParaRPr>
          </a:p>
          <a:p>
            <a:pPr rtl="0"/>
            <a:r>
              <a:rPr lang="en-US" altLang="zh-CN" dirty="0" smtClean="0">
                <a:latin typeface="Tahoma" panose="020B0604030504040204" pitchFamily="34" charset="0"/>
                <a:ea typeface="Tahoma" panose="020B0604030504040204" pitchFamily="34" charset="0"/>
                <a:cs typeface="Tahoma" panose="020B0604030504040204" pitchFamily="34" charset="0"/>
              </a:rPr>
              <a:t>Moreover, RAG opens up exciting possibilities for real-time assistance in the classroom. Picture a scenario where students have access to an AI tutor that can instantly provide relevant information, explanations, and examples, all dynamically generated based on the student's current learning context.</a:t>
            </a:r>
          </a:p>
          <a:p>
            <a:pPr rtl="0"/>
            <a:endParaRPr lang="en-US" altLang="zh-CN" dirty="0" smtClean="0">
              <a:latin typeface="Tahoma" panose="020B0604030504040204" pitchFamily="34" charset="0"/>
              <a:ea typeface="Tahoma" panose="020B0604030504040204" pitchFamily="34" charset="0"/>
              <a:cs typeface="Tahoma" panose="020B0604030504040204" pitchFamily="34" charset="0"/>
            </a:endParaRPr>
          </a:p>
          <a:p>
            <a:pPr rtl="0"/>
            <a:r>
              <a:rPr lang="en-US" altLang="zh-CN" dirty="0" smtClean="0">
                <a:latin typeface="Tahoma" panose="020B0604030504040204" pitchFamily="34" charset="0"/>
                <a:ea typeface="Tahoma" panose="020B0604030504040204" pitchFamily="34" charset="0"/>
                <a:cs typeface="Tahoma" panose="020B0604030504040204" pitchFamily="34" charset="0"/>
              </a:rPr>
              <a:t>Perhaps most excitingly, RAG enables the development of adaptive learning materials. These are resources that can evolve and adjust based on a student's progress, challenges, and learning style. This means we can create learning experiences that are not just personalized, but also responsive and engaging.</a:t>
            </a:r>
          </a:p>
          <a:p>
            <a:pPr rtl="0"/>
            <a:endParaRPr lang="en-US" altLang="zh-CN" dirty="0" smtClean="0">
              <a:latin typeface="Tahoma" panose="020B0604030504040204" pitchFamily="34" charset="0"/>
              <a:ea typeface="Tahoma" panose="020B0604030504040204" pitchFamily="34" charset="0"/>
              <a:cs typeface="Tahoma" panose="020B0604030504040204" pitchFamily="34" charset="0"/>
            </a:endParaRPr>
          </a:p>
          <a:p>
            <a:pPr rtl="0"/>
            <a:r>
              <a:rPr lang="en-US" altLang="zh-CN" dirty="0" smtClean="0">
                <a:latin typeface="Tahoma" panose="020B0604030504040204" pitchFamily="34" charset="0"/>
                <a:ea typeface="Tahoma" panose="020B0604030504040204" pitchFamily="34" charset="0"/>
                <a:cs typeface="Tahoma" panose="020B0604030504040204" pitchFamily="34" charset="0"/>
              </a:rPr>
              <a:t>The aim of implementing RAG in education is clear: to foster a more tailored and engaging learning experience for our students. By leveraging this technology, we have the opportunity to meet each student where they are, provide them with the specific support they need, and ultimately enhance their educational journey.</a:t>
            </a:r>
          </a:p>
          <a:p>
            <a:pPr rtl="0"/>
            <a:endParaRPr lang="en-US" altLang="zh-CN" dirty="0" smtClean="0">
              <a:latin typeface="Tahoma" panose="020B0604030504040204" pitchFamily="34" charset="0"/>
              <a:ea typeface="Tahoma" panose="020B0604030504040204" pitchFamily="34" charset="0"/>
              <a:cs typeface="Tahoma" panose="020B0604030504040204" pitchFamily="34" charset="0"/>
            </a:endParaRPr>
          </a:p>
          <a:p>
            <a:pPr rtl="0"/>
            <a:r>
              <a:rPr lang="en-US" altLang="zh-CN" dirty="0" smtClean="0">
                <a:latin typeface="Tahoma" panose="020B0604030504040204" pitchFamily="34" charset="0"/>
                <a:ea typeface="Tahoma" panose="020B0604030504040204" pitchFamily="34" charset="0"/>
                <a:cs typeface="Tahoma" panose="020B0604030504040204" pitchFamily="34" charset="0"/>
              </a:rPr>
              <a:t>As we delve deeper into this topic today, we'll explore the mechanics of RAG, examine specific use cases in education, and discuss the potential impact on teaching methodologies and learning outcomes. I'm excited to share this journey with you as we look towards a future where AI like RAG can help us unlock the full potential of every learner.</a:t>
            </a:r>
            <a:endParaRPr lang="zh-CN" alt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10"/>
          </p:nvPr>
        </p:nvSpPr>
        <p:spPr/>
        <p:txBody>
          <a:bodyPr rtlCol="0"/>
          <a:lstStyle/>
          <a:p>
            <a:pPr rtl="0"/>
            <a:fld id="{E6AEB063-7F11-4E3B-BA52-07405B1C2D95}" type="slidenum">
              <a:rPr lang="en-US" altLang="zh-CN" smtClean="0"/>
              <a:t>5</a:t>
            </a:fld>
            <a:endParaRPr lang="zh-CN" altLang="en-US"/>
          </a:p>
        </p:txBody>
      </p:sp>
    </p:spTree>
    <p:extLst>
      <p:ext uri="{BB962C8B-B14F-4D97-AF65-F5344CB8AC3E}">
        <p14:creationId xmlns:p14="http://schemas.microsoft.com/office/powerpoint/2010/main" val="750561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r>
              <a:rPr lang="en-US" altLang="zh-CN" dirty="0" smtClean="0">
                <a:latin typeface="Tahoma" panose="020B0604030504040204" pitchFamily="34" charset="0"/>
                <a:ea typeface="Tahoma" panose="020B0604030504040204" pitchFamily="34" charset="0"/>
                <a:cs typeface="Tahoma" panose="020B0604030504040204" pitchFamily="34" charset="0"/>
              </a:rPr>
              <a:t>As we delve into this topic, it's essential to understand the broader context—the rapid evolution of Generative AI. This technology has emerged as a transformative force in education, offering opportunities to enhance engagement and interaction among students. Large Language Models (LLMs) are at the forefront of this transformation, designed to create personalized learning experiences by adapting content to meet diverse student needs. However, their implementation raises important considerations regarding ethical implications and the necessity for human oversight to ensure accuracy.</a:t>
            </a:r>
            <a:endParaRPr lang="zh-CN" alt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10"/>
          </p:nvPr>
        </p:nvSpPr>
        <p:spPr/>
        <p:txBody>
          <a:bodyPr rtlCol="0"/>
          <a:lstStyle/>
          <a:p>
            <a:pPr rtl="0"/>
            <a:fld id="{E6AEB063-7F11-4E3B-BA52-07405B1C2D95}" type="slidenum">
              <a:rPr lang="en-US" altLang="zh-CN" smtClean="0"/>
              <a:t>6</a:t>
            </a:fld>
            <a:endParaRPr lang="zh-CN" altLang="en-US"/>
          </a:p>
        </p:txBody>
      </p:sp>
    </p:spTree>
    <p:extLst>
      <p:ext uri="{BB962C8B-B14F-4D97-AF65-F5344CB8AC3E}">
        <p14:creationId xmlns:p14="http://schemas.microsoft.com/office/powerpoint/2010/main" val="418214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Recent studies have highlighted various applications of LLMs in education, such as generating learning materials and providing instant tutoring support. However, these models face challenges like </a:t>
            </a:r>
            <a:r>
              <a:rPr lang="en-US" altLang="zh-CN" sz="1200" b="0" i="1" kern="1200" dirty="0" smtClean="0">
                <a:solidFill>
                  <a:schemeClr val="tx1"/>
                </a:solidFill>
                <a:effectLst/>
                <a:latin typeface="Microsoft YaHei UI" panose="020B0503020204020204" pitchFamily="34" charset="-122"/>
                <a:ea typeface="Microsoft YaHei UI" panose="020B0503020204020204" pitchFamily="34" charset="-122"/>
                <a:cs typeface="+mn-cs"/>
              </a:rPr>
              <a:t>hallucination</a:t>
            </a:r>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—the generation of false information—and outdated knowledge. This is where RAG comes into play, integrating external databases to improve accuracy and credibility, ultimately enhancing learning outcomes.</a:t>
            </a:r>
            <a:endParaRPr lang="zh-CN" altLang="en-US" dirty="0"/>
          </a:p>
        </p:txBody>
      </p:sp>
      <p:sp>
        <p:nvSpPr>
          <p:cNvPr id="4" name="灯片编号占位符 3"/>
          <p:cNvSpPr>
            <a:spLocks noGrp="1"/>
          </p:cNvSpPr>
          <p:nvPr>
            <p:ph type="sldNum" sz="quarter" idx="10"/>
          </p:nvPr>
        </p:nvSpPr>
        <p:spPr/>
        <p:txBody>
          <a:bodyPr rtlCol="0"/>
          <a:lstStyle/>
          <a:p>
            <a:pPr rtl="0"/>
            <a:fld id="{E6AEB063-7F11-4E3B-BA52-07405B1C2D95}" type="slidenum">
              <a:rPr lang="en-US" altLang="zh-CN" smtClean="0"/>
              <a:t>7</a:t>
            </a:fld>
            <a:endParaRPr lang="zh-CN" altLang="en-US"/>
          </a:p>
        </p:txBody>
      </p:sp>
    </p:spTree>
    <p:extLst>
      <p:ext uri="{BB962C8B-B14F-4D97-AF65-F5344CB8AC3E}">
        <p14:creationId xmlns:p14="http://schemas.microsoft.com/office/powerpoint/2010/main" val="3730541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One significant advantage of RAG systems is their ability to be deployed locally within educational institutions. This approach enhances data security and control while allowing for greater customization to meet specific institutional needs. By utilizing on-premises systems, we can ensure that sensitive student data remains protected while still benefiting from advanced AI capabilities.</a:t>
            </a:r>
            <a:b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br>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1. Start with a local document.</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2. Split it into chunks.</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3. Turn these chunks into vectors and store them in a database.</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4. When a user asks a question, it becomes a query.</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5. The system finds relevant information from the vector database.</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6. It creates a prompt using this information and the original query.</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A large language model uses this prompt to generate a response.</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The response goes through a process to remove any made-up information.</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Finally, the cleaned-up answer is given to the user.</a:t>
            </a:r>
          </a:p>
          <a:p>
            <a:pPr rtl="0"/>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
            </a:r>
            <a:b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br>
            <a:endParaRPr lang="zh-CN" altLang="en-US" dirty="0"/>
          </a:p>
        </p:txBody>
      </p:sp>
      <p:sp>
        <p:nvSpPr>
          <p:cNvPr id="4" name="幻灯片编号占位符 3"/>
          <p:cNvSpPr>
            <a:spLocks noGrp="1"/>
          </p:cNvSpPr>
          <p:nvPr>
            <p:ph type="sldNum" sz="quarter" idx="5"/>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BF4D86DC-9249-455E-8E04-D51A0B02A85F}" type="slidenum">
              <a:rPr kumimoji="0" lang="en-US" altLang="zh-CN" sz="1200" b="0" i="0" u="none" strike="noStrike" kern="1200" cap="none" spc="0" normalizeH="0" baseline="0" noProof="0" smtClean="0">
                <a:ln>
                  <a:noFill/>
                </a:ln>
                <a:solidFill>
                  <a:prstClr val="black"/>
                </a:solidFill>
                <a:effectLst/>
                <a:uLnTx/>
                <a:uFillTx/>
                <a:latin typeface="Microsoft YaHei UI" panose="020B0503020204020204" pitchFamily="34" charset="-122"/>
                <a:ea typeface="Microsoft YaHei U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3050495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Dynamic Content Generation RAG systems excel in dynamic content generation by customizing materials based on individual student needs. They adapt complexity according to student progress and address specific weaknesses promptly. Moreover, these systems provide real-time assistance—immediate support for student queries—ensuring that the learning flow remains uninterrupted.</a:t>
            </a:r>
            <a:endParaRPr lang="zh-CN" altLang="en-US" dirty="0"/>
          </a:p>
        </p:txBody>
      </p:sp>
      <p:sp>
        <p:nvSpPr>
          <p:cNvPr id="4" name="灯片编号占位符 3"/>
          <p:cNvSpPr>
            <a:spLocks noGrp="1"/>
          </p:cNvSpPr>
          <p:nvPr>
            <p:ph type="sldNum" sz="quarter" idx="10"/>
          </p:nvPr>
        </p:nvSpPr>
        <p:spPr/>
        <p:txBody>
          <a:bodyPr/>
          <a:lstStyle/>
          <a:p>
            <a:fld id="{E6AEB063-7F11-4E3B-BA52-07405B1C2D95}" type="slidenum">
              <a:rPr lang="en-US" altLang="zh-CN" noProof="0" smtClean="0"/>
              <a:pPr/>
              <a:t>9</a:t>
            </a:fld>
            <a:endParaRPr lang="zh-CN" altLang="en-US" noProof="0"/>
          </a:p>
        </p:txBody>
      </p:sp>
    </p:spTree>
    <p:extLst>
      <p:ext uri="{BB962C8B-B14F-4D97-AF65-F5344CB8AC3E}">
        <p14:creationId xmlns:p14="http://schemas.microsoft.com/office/powerpoint/2010/main" val="2818111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Now it is advantages and Architecture of Locally Deployed RAG Systems. When we compare local deployment with cloud solutions, several key advantages </a:t>
            </a:r>
            <a:r>
              <a:rPr lang="en-US" altLang="zh-CN" sz="1200" b="0" i="0" kern="1200" dirty="0" err="1" smtClean="0">
                <a:solidFill>
                  <a:schemeClr val="tx1"/>
                </a:solidFill>
                <a:effectLst/>
                <a:latin typeface="Microsoft YaHei UI" panose="020B0503020204020204" pitchFamily="34" charset="-122"/>
                <a:ea typeface="Microsoft YaHei UI" panose="020B0503020204020204" pitchFamily="34" charset="-122"/>
                <a:cs typeface="+mn-cs"/>
              </a:rPr>
              <a:t>emerge:Data</a:t>
            </a:r>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 Security: Local systems offer higher security and control over sensitive data compared to cloud-managed solutions.</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Customization: Institutions can tailor the system architecture to align with their educational goals more effectively than with limited cloud options.</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Performance Optimization: Local deployment can optimize performance by reducing latency associated with cloud access.</a:t>
            </a:r>
          </a:p>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The architecture typically involves a retrieval module for efficient access, a generation module for tailored content creation, and a decision module that mediates between retrieval and generation processes.</a:t>
            </a:r>
            <a:endParaRPr lang="zh-CN" altLang="en-US" dirty="0"/>
          </a:p>
        </p:txBody>
      </p:sp>
      <p:sp>
        <p:nvSpPr>
          <p:cNvPr id="4" name="灯片编号占位符 3"/>
          <p:cNvSpPr>
            <a:spLocks noGrp="1"/>
          </p:cNvSpPr>
          <p:nvPr>
            <p:ph type="sldNum" sz="quarter" idx="10"/>
          </p:nvPr>
        </p:nvSpPr>
        <p:spPr/>
        <p:txBody>
          <a:bodyPr/>
          <a:lstStyle/>
          <a:p>
            <a:fld id="{E6AEB063-7F11-4E3B-BA52-07405B1C2D95}" type="slidenum">
              <a:rPr lang="en-US" altLang="zh-CN" noProof="0" smtClean="0"/>
              <a:pPr/>
              <a:t>10</a:t>
            </a:fld>
            <a:endParaRPr lang="zh-CN" altLang="en-US" noProof="0"/>
          </a:p>
        </p:txBody>
      </p:sp>
    </p:spTree>
    <p:extLst>
      <p:ext uri="{BB962C8B-B14F-4D97-AF65-F5344CB8AC3E}">
        <p14:creationId xmlns:p14="http://schemas.microsoft.com/office/powerpoint/2010/main" val="379483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6AEB063-7F11-4E3B-BA52-07405B1C2D95}" type="slidenum">
              <a:rPr lang="en-US" altLang="zh-CN" noProof="0" smtClean="0"/>
              <a:pPr/>
              <a:t>11</a:t>
            </a:fld>
            <a:endParaRPr lang="zh-CN" altLang="en-US" noProof="0"/>
          </a:p>
        </p:txBody>
      </p:sp>
    </p:spTree>
    <p:extLst>
      <p:ext uri="{BB962C8B-B14F-4D97-AF65-F5344CB8AC3E}">
        <p14:creationId xmlns:p14="http://schemas.microsoft.com/office/powerpoint/2010/main" val="2813138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To illustrate the effectiveness of RAG systems, consider a case where a law student utilizes a locally deployed RAG system for constitutional law research. By inputting relevant facts into the system, they receive a curated list of precedents that guide their understanding efficiently. Such examples underscore how RAG can significantly enhance both teaching and learning experiences.</a:t>
            </a:r>
            <a:endParaRPr lang="zh-CN" altLang="en-US" dirty="0"/>
          </a:p>
        </p:txBody>
      </p:sp>
      <p:sp>
        <p:nvSpPr>
          <p:cNvPr id="4" name="灯片编号占位符 3"/>
          <p:cNvSpPr>
            <a:spLocks noGrp="1"/>
          </p:cNvSpPr>
          <p:nvPr>
            <p:ph type="sldNum" sz="quarter" idx="10"/>
          </p:nvPr>
        </p:nvSpPr>
        <p:spPr/>
        <p:txBody>
          <a:bodyPr/>
          <a:lstStyle/>
          <a:p>
            <a:fld id="{E6AEB063-7F11-4E3B-BA52-07405B1C2D95}" type="slidenum">
              <a:rPr lang="en-US" altLang="zh-CN" noProof="0" smtClean="0"/>
              <a:pPr/>
              <a:t>13</a:t>
            </a:fld>
            <a:endParaRPr lang="zh-CN" altLang="en-US" noProof="0"/>
          </a:p>
        </p:txBody>
      </p:sp>
    </p:spTree>
    <p:extLst>
      <p:ext uri="{BB962C8B-B14F-4D97-AF65-F5344CB8AC3E}">
        <p14:creationId xmlns:p14="http://schemas.microsoft.com/office/powerpoint/2010/main" val="2349492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Looking ahead, there are exciting opportunities for further development in this field. We anticipate advancements in multilingual applications that cater to diverse linguistic backgrounds, as well as the integration of multimodal data sources—such as images or videos—into our educational frameworks. Additionally, ensuring privacy-preserving strategies will be crucial as we deploy these technologies in sensitive educational environments.</a:t>
            </a:r>
            <a:endParaRPr lang="zh-CN" alt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10"/>
          </p:nvPr>
        </p:nvSpPr>
        <p:spPr/>
        <p:txBody>
          <a:bodyPr rtlCol="0"/>
          <a:lstStyle/>
          <a:p>
            <a:pPr rtl="0"/>
            <a:fld id="{E6AEB063-7F11-4E3B-BA52-07405B1C2D95}" type="slidenum">
              <a:rPr lang="en-US" altLang="zh-CN" smtClean="0"/>
              <a:t>14</a:t>
            </a:fld>
            <a:endParaRPr lang="zh-CN" altLang="en-US"/>
          </a:p>
        </p:txBody>
      </p:sp>
    </p:spTree>
    <p:extLst>
      <p:ext uri="{BB962C8B-B14F-4D97-AF65-F5344CB8AC3E}">
        <p14:creationId xmlns:p14="http://schemas.microsoft.com/office/powerpoint/2010/main" val="2906257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icrosoft YaHei UI" panose="020B0503020204020204" pitchFamily="34" charset="-122"/>
                <a:ea typeface="Microsoft YaHei UI" panose="020B0503020204020204" pitchFamily="34" charset="-122"/>
                <a:cs typeface="+mn-cs"/>
              </a:rPr>
              <a:t>Future directions for RAG models in education include deploying them for multilingual and cross-lingual applications to tackle linguistic diversity and cultural contexts, as well as integrating multimodal data sources like images and videos to create richer educational experiences. Additionally, there is a focus on developing privacy-preserving strategies to ensure secure deployment while protecting sensitive student data.</a:t>
            </a:r>
            <a:endParaRPr lang="zh-CN" altLang="en-US" dirty="0"/>
          </a:p>
        </p:txBody>
      </p:sp>
      <p:sp>
        <p:nvSpPr>
          <p:cNvPr id="4" name="灯片编号占位符 3"/>
          <p:cNvSpPr>
            <a:spLocks noGrp="1"/>
          </p:cNvSpPr>
          <p:nvPr>
            <p:ph type="sldNum" sz="quarter" idx="10"/>
          </p:nvPr>
        </p:nvSpPr>
        <p:spPr/>
        <p:txBody>
          <a:bodyPr/>
          <a:lstStyle/>
          <a:p>
            <a:fld id="{E6AEB063-7F11-4E3B-BA52-07405B1C2D95}" type="slidenum">
              <a:rPr lang="en-US" altLang="zh-CN" noProof="0" smtClean="0"/>
              <a:pPr/>
              <a:t>15</a:t>
            </a:fld>
            <a:endParaRPr lang="zh-CN" altLang="en-US" noProof="0"/>
          </a:p>
        </p:txBody>
      </p:sp>
    </p:spTree>
    <p:extLst>
      <p:ext uri="{BB962C8B-B14F-4D97-AF65-F5344CB8AC3E}">
        <p14:creationId xmlns:p14="http://schemas.microsoft.com/office/powerpoint/2010/main" val="3920606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Although Graph RAG has various advantages, once a relationship is determined, it is difficult to change.</a:t>
            </a:r>
            <a:endParaRPr lang="zh-CN" altLang="en-US" dirty="0"/>
          </a:p>
        </p:txBody>
      </p:sp>
      <p:sp>
        <p:nvSpPr>
          <p:cNvPr id="4" name="灯片编号占位符 3"/>
          <p:cNvSpPr>
            <a:spLocks noGrp="1"/>
          </p:cNvSpPr>
          <p:nvPr>
            <p:ph type="sldNum" sz="quarter" idx="10"/>
          </p:nvPr>
        </p:nvSpPr>
        <p:spPr/>
        <p:txBody>
          <a:bodyPr/>
          <a:lstStyle/>
          <a:p>
            <a:fld id="{E6AEB063-7F11-4E3B-BA52-07405B1C2D95}" type="slidenum">
              <a:rPr lang="en-US" altLang="zh-CN" noProof="0" smtClean="0"/>
              <a:pPr/>
              <a:t>16</a:t>
            </a:fld>
            <a:endParaRPr lang="zh-CN" altLang="en-US" noProof="0"/>
          </a:p>
        </p:txBody>
      </p:sp>
    </p:spTree>
    <p:extLst>
      <p:ext uri="{BB962C8B-B14F-4D97-AF65-F5344CB8AC3E}">
        <p14:creationId xmlns:p14="http://schemas.microsoft.com/office/powerpoint/2010/main" val="33038752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latin typeface="Tahoma" panose="020B0604030504040204" pitchFamily="34" charset="0"/>
              <a:ea typeface="Tahoma" panose="020B0604030504040204" pitchFamily="34" charset="0"/>
              <a:cs typeface="Tahoma" panose="020B0604030504040204" pitchFamily="34" charset="0"/>
            </a:endParaRPr>
          </a:p>
        </p:txBody>
      </p:sp>
      <p:sp>
        <p:nvSpPr>
          <p:cNvPr id="4" name="幻灯片编号占位符 3"/>
          <p:cNvSpPr>
            <a:spLocks noGrp="1"/>
          </p:cNvSpPr>
          <p:nvPr>
            <p:ph type="sldNum" sz="quarter" idx="10"/>
          </p:nvPr>
        </p:nvSpPr>
        <p:spPr/>
        <p:txBody>
          <a:bodyPr rtlCol="0"/>
          <a:lstStyle/>
          <a:p>
            <a:pPr rtl="0"/>
            <a:fld id="{E6AEB063-7F11-4E3B-BA52-07405B1C2D95}" type="slidenum">
              <a:rPr lang="en-US" altLang="zh-CN" smtClean="0"/>
              <a:t>17</a:t>
            </a:fld>
            <a:endParaRPr lang="zh-CN" altLang="en-US"/>
          </a:p>
        </p:txBody>
      </p:sp>
    </p:spTree>
    <p:extLst>
      <p:ext uri="{BB962C8B-B14F-4D97-AF65-F5344CB8AC3E}">
        <p14:creationId xmlns:p14="http://schemas.microsoft.com/office/powerpoint/2010/main" val="2451706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长方形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a typeface="Microsoft YaHei UI" panose="020B0503020204020204" pitchFamily="34" charset="-122"/>
            </a:endParaRPr>
          </a:p>
        </p:txBody>
      </p:sp>
      <p:sp>
        <p:nvSpPr>
          <p:cNvPr id="11" name="任意多边形(F)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ctrTitle"/>
          </p:nvPr>
        </p:nvSpPr>
        <p:spPr>
          <a:xfrm>
            <a:off x="810001" y="1449147"/>
            <a:ext cx="10572000" cy="2971051"/>
          </a:xfrm>
        </p:spPr>
        <p:txBody>
          <a:bodyPr rtlCol="0"/>
          <a:lstStyle>
            <a:lvl1pPr algn="ctr">
              <a:defRPr sz="5400" b="0">
                <a:latin typeface="Microsoft YaHei UI" panose="020B0503020204020204" pitchFamily="34" charset="-122"/>
                <a:ea typeface="Microsoft YaHei UI" panose="020B0503020204020204" pitchFamily="34" charset="-122"/>
              </a:defRPr>
            </a:lvl1pPr>
          </a:lstStyle>
          <a:p>
            <a:pPr rtl="0"/>
            <a:r>
              <a:rPr lang="zh-CN" altLang="en-US" noProof="0" smtClean="0"/>
              <a:t>单击此处编辑母版标题样式</a:t>
            </a:r>
            <a:endParaRPr lang="zh-CN" altLang="en-US" noProof="0"/>
          </a:p>
        </p:txBody>
      </p:sp>
      <p:sp>
        <p:nvSpPr>
          <p:cNvPr id="3" name="副标题 2"/>
          <p:cNvSpPr>
            <a:spLocks noGrp="1"/>
          </p:cNvSpPr>
          <p:nvPr>
            <p:ph type="subTitle" idx="1" hasCustomPrompt="1"/>
          </p:nvPr>
        </p:nvSpPr>
        <p:spPr>
          <a:xfrm>
            <a:off x="810001" y="5280847"/>
            <a:ext cx="10572000" cy="434974"/>
          </a:xfrm>
        </p:spPr>
        <p:txBody>
          <a:bodyPr rtlCol="0" anchor="t">
            <a:noAutofit/>
          </a:bodyPr>
          <a:lstStyle>
            <a:lvl1pPr marL="0" indent="0" algn="ctr">
              <a:buNone/>
              <a:defRPr sz="2400">
                <a:solidFill>
                  <a:schemeClr val="tx1"/>
                </a:solidFill>
                <a:latin typeface="Microsoft YaHei UI" panose="020B0503020204020204" pitchFamily="34" charset="-122"/>
                <a:ea typeface="Microsoft YaHei UI"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noProof="0"/>
              <a:t>单击以编辑母版副标题样式</a:t>
            </a:r>
          </a:p>
        </p:txBody>
      </p:sp>
      <p:sp>
        <p:nvSpPr>
          <p:cNvPr id="4" name="日期占位符 3"/>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2953D829-8F14-4D16-87FB-4DF6916A1E7F}" type="datetime1">
              <a:rPr lang="zh-CN" altLang="en-US" noProof="0" smtClean="0"/>
              <a:t>2024/10/20</a:t>
            </a:fld>
            <a:endParaRPr lang="zh-CN" altLang="en-US" noProof="0"/>
          </a:p>
        </p:txBody>
      </p:sp>
      <p:sp>
        <p:nvSpPr>
          <p:cNvPr id="5" name="页脚占位符 4"/>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noProof="0"/>
              <a:t>添加页脚 </a:t>
            </a:r>
          </a:p>
        </p:txBody>
      </p:sp>
      <p:sp>
        <p:nvSpPr>
          <p:cNvPr id="6" name="灯片编号占位符 5"/>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A4942799-31AF-4FF8-9D79-C1A3E01FB207}" type="slidenum">
              <a:rPr lang="en-US" altLang="zh-CN" noProof="0" smtClean="0"/>
              <a:pPr/>
              <a:t>‹#›</a:t>
            </a:fld>
            <a:endParaRPr lang="zh-CN" altLang="en-US" noProof="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任意多边形(F)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p:txBody>
          <a:bodyPr rtlCol="0" anchor="ctr" anchorCtr="0"/>
          <a:lstStyle>
            <a:lvl1pPr>
              <a:defRPr b="0">
                <a:latin typeface="Microsoft YaHei UI" panose="020B0503020204020204" pitchFamily="34" charset="-122"/>
                <a:ea typeface="Microsoft YaHei UI" panose="020B0503020204020204" pitchFamily="34" charset="-122"/>
              </a:defRPr>
            </a:lvl1pPr>
          </a:lstStyle>
          <a:p>
            <a:pPr rtl="0"/>
            <a:r>
              <a:rPr lang="zh-CN" altLang="en-US" noProof="0" smtClean="0"/>
              <a:t>单击此处编辑母版标题样式</a:t>
            </a:r>
            <a:endParaRPr lang="zh-CN" altLang="en-US" noProof="0"/>
          </a:p>
        </p:txBody>
      </p:sp>
      <p:sp>
        <p:nvSpPr>
          <p:cNvPr id="4" name="内容占位符 3"/>
          <p:cNvSpPr>
            <a:spLocks noGrp="1"/>
          </p:cNvSpPr>
          <p:nvPr>
            <p:ph sz="half" idx="2" hasCustomPrompt="1"/>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rtlCol="0">
            <a:normAutofit/>
          </a:bodyPr>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41CB6934-EEEF-4B90-8AEC-06F3F3146150}" type="datetime1">
              <a:rPr lang="zh-CN" altLang="en-US" noProof="0" smtClean="0"/>
              <a:t>2024/10/20</a:t>
            </a:fld>
            <a:endParaRPr lang="zh-CN" altLang="en-US" noProof="0"/>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noProof="0"/>
              <a:t>添加页脚 </a:t>
            </a:r>
          </a:p>
        </p:txBody>
      </p:sp>
      <p:sp>
        <p:nvSpPr>
          <p:cNvPr id="7" name="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A4942799-31AF-4FF8-9D79-C1A3E01FB207}" type="slidenum">
              <a:rPr lang="en-US" altLang="zh-CN" noProof="0" smtClean="0"/>
              <a:pPr/>
              <a:t>‹#›</a:t>
            </a:fld>
            <a:endParaRPr lang="zh-CN" altLang="en-US" noProof="0"/>
          </a:p>
        </p:txBody>
      </p:sp>
      <p:sp>
        <p:nvSpPr>
          <p:cNvPr id="9" name="内容占位符 2">
            <a:extLst>
              <a:ext uri="{FF2B5EF4-FFF2-40B4-BE49-F238E27FC236}">
                <a16:creationId xmlns:a16="http://schemas.microsoft.com/office/drawing/2014/main" id="{2A4059F8-A688-4FFE-AA79-3B6D811FA987}"/>
              </a:ext>
            </a:extLst>
          </p:cNvPr>
          <p:cNvSpPr>
            <a:spLocks noGrp="1"/>
          </p:cNvSpPr>
          <p:nvPr>
            <p:ph sz="half" idx="1" hasCustomPrompt="1"/>
          </p:nvPr>
        </p:nvSpPr>
        <p:spPr>
          <a:xfrm>
            <a:off x="838200" y="2222287"/>
            <a:ext cx="5181600" cy="3638764"/>
          </a:xfrm>
        </p:spPr>
        <p:txBody>
          <a:bodyPr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限节内容 ">
    <p:spTree>
      <p:nvGrpSpPr>
        <p:cNvPr id="1" name=""/>
        <p:cNvGrpSpPr/>
        <p:nvPr/>
      </p:nvGrpSpPr>
      <p:grpSpPr>
        <a:xfrm>
          <a:off x="0" y="0"/>
          <a:ext cx="0" cy="0"/>
          <a:chOff x="0" y="0"/>
          <a:chExt cx="0" cy="0"/>
        </a:xfrm>
      </p:grpSpPr>
      <p:sp>
        <p:nvSpPr>
          <p:cNvPr id="10" name="任意多边形(F)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451514" y="451513"/>
            <a:ext cx="11288972" cy="5149187"/>
          </a:xfrm>
        </p:spPr>
        <p:txBody>
          <a:bodyPr rtlCol="0" anchor="ctr" anchorCtr="0"/>
          <a:lstStyle>
            <a:lvl1pPr algn="ctr">
              <a:defRPr sz="4800" b="0" cap="none"/>
            </a:lvl1pPr>
          </a:lstStyle>
          <a:p>
            <a:pPr rtl="0"/>
            <a:r>
              <a:rPr lang="zh-CN" altLang="en-US" noProof="0" smtClean="0"/>
              <a:t>单击此处编辑母版标题样式</a:t>
            </a:r>
            <a:endParaRPr lang="zh-CN" altLang="en-US" noProof="0"/>
          </a:p>
        </p:txBody>
      </p:sp>
      <p:sp>
        <p:nvSpPr>
          <p:cNvPr id="4" name="日期占位符 3"/>
          <p:cNvSpPr>
            <a:spLocks noGrp="1"/>
          </p:cNvSpPr>
          <p:nvPr>
            <p:ph type="dt" sz="half" idx="10"/>
          </p:nvPr>
        </p:nvSpPr>
        <p:spPr/>
        <p:txBody>
          <a:bodyPr rtlCol="0"/>
          <a:lstStyle/>
          <a:p>
            <a:pPr rtl="0"/>
            <a:fld id="{A06AC5A3-3F81-4211-9955-39E2159A3237}" type="datetime1">
              <a:rPr lang="zh-CN" altLang="en-US" noProof="0" smtClean="0"/>
              <a:t>2024/10/20</a:t>
            </a:fld>
            <a:endParaRPr lang="zh-CN" altLang="en-US" noProof="0"/>
          </a:p>
        </p:txBody>
      </p:sp>
      <p:sp>
        <p:nvSpPr>
          <p:cNvPr id="5" name="页脚占位符 4"/>
          <p:cNvSpPr>
            <a:spLocks noGrp="1"/>
          </p:cNvSpPr>
          <p:nvPr>
            <p:ph type="ftr" sz="quarter" idx="11"/>
          </p:nvPr>
        </p:nvSpPr>
        <p:spPr/>
        <p:txBody>
          <a:bodyPr rtlCol="0"/>
          <a:lstStyle/>
          <a:p>
            <a:pPr rtl="0"/>
            <a:r>
              <a:rPr lang="zh-CN" altLang="en-US" noProof="0"/>
              <a:t>添加页脚 </a:t>
            </a:r>
          </a:p>
        </p:txBody>
      </p:sp>
      <p:sp>
        <p:nvSpPr>
          <p:cNvPr id="6" name="灯片编号占位符 5"/>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两个内容">
    <p:spTree>
      <p:nvGrpSpPr>
        <p:cNvPr id="1" name=""/>
        <p:cNvGrpSpPr/>
        <p:nvPr/>
      </p:nvGrpSpPr>
      <p:grpSpPr>
        <a:xfrm>
          <a:off x="0" y="0"/>
          <a:ext cx="0" cy="0"/>
          <a:chOff x="0" y="0"/>
          <a:chExt cx="0" cy="0"/>
        </a:xfrm>
      </p:grpSpPr>
      <p:sp>
        <p:nvSpPr>
          <p:cNvPr id="8" name="任意多边形(F)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451514" y="375313"/>
            <a:ext cx="5114017" cy="1139895"/>
          </a:xfrm>
        </p:spPr>
        <p:txBody>
          <a:bodyPr rtlCol="0"/>
          <a:lstStyle>
            <a:lvl1pPr algn="l">
              <a:defRPr b="0"/>
            </a:lvl1pPr>
          </a:lstStyle>
          <a:p>
            <a:pPr rtl="0"/>
            <a:r>
              <a:rPr lang="zh-CN" altLang="en-US" noProof="0" smtClean="0"/>
              <a:t>单击此处编辑母版标题样式</a:t>
            </a:r>
            <a:endParaRPr lang="zh-CN" altLang="en-US" noProof="0"/>
          </a:p>
        </p:txBody>
      </p:sp>
      <p:sp>
        <p:nvSpPr>
          <p:cNvPr id="3" name="内容占位符 2"/>
          <p:cNvSpPr>
            <a:spLocks noGrp="1"/>
          </p:cNvSpPr>
          <p:nvPr>
            <p:ph sz="half" idx="1" hasCustomPrompt="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rtlCol="0">
            <a:normAutofit/>
          </a:body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日期占位符 4"/>
          <p:cNvSpPr>
            <a:spLocks noGrp="1"/>
          </p:cNvSpPr>
          <p:nvPr>
            <p:ph type="dt" sz="half" idx="10"/>
          </p:nvPr>
        </p:nvSpPr>
        <p:spPr/>
        <p:txBody>
          <a:bodyPr rtlCol="0"/>
          <a:lstStyle/>
          <a:p>
            <a:pPr rtl="0"/>
            <a:fld id="{0D7A7CE9-8230-407F-A715-A75423642B00}" type="datetime1">
              <a:rPr lang="zh-CN" altLang="en-US" noProof="0" smtClean="0"/>
              <a:t>2024/10/20</a:t>
            </a:fld>
            <a:endParaRPr lang="zh-CN" altLang="en-US" noProof="0"/>
          </a:p>
        </p:txBody>
      </p:sp>
      <p:sp>
        <p:nvSpPr>
          <p:cNvPr id="6" name="页脚占位符 5"/>
          <p:cNvSpPr>
            <a:spLocks noGrp="1"/>
          </p:cNvSpPr>
          <p:nvPr>
            <p:ph type="ftr" sz="quarter" idx="11"/>
          </p:nvPr>
        </p:nvSpPr>
        <p:spPr/>
        <p:txBody>
          <a:bodyPr rtlCol="0"/>
          <a:lstStyle/>
          <a:p>
            <a:pPr rtl="0"/>
            <a:r>
              <a:rPr lang="zh-CN" altLang="en-US" noProof="0"/>
              <a:t>添加页脚 </a:t>
            </a:r>
          </a:p>
        </p:txBody>
      </p:sp>
      <p:sp>
        <p:nvSpPr>
          <p:cNvPr id="7" name="灯片编号占位符 6"/>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
        <p:nvSpPr>
          <p:cNvPr id="9" name="内容占位符 9">
            <a:extLst>
              <a:ext uri="{FF2B5EF4-FFF2-40B4-BE49-F238E27FC236}">
                <a16:creationId xmlns:a16="http://schemas.microsoft.com/office/drawing/2014/main" id="{C95D556F-51D2-4EF4-B60F-D319BF232882}"/>
              </a:ext>
            </a:extLst>
          </p:cNvPr>
          <p:cNvSpPr>
            <a:spLocks noGrp="1"/>
          </p:cNvSpPr>
          <p:nvPr>
            <p:ph sz="quarter" idx="13" hasCustomPrompt="1"/>
          </p:nvPr>
        </p:nvSpPr>
        <p:spPr>
          <a:xfrm>
            <a:off x="6456099" y="375312"/>
            <a:ext cx="5186363" cy="5485737"/>
          </a:xfrm>
        </p:spPr>
        <p:txBody>
          <a:bodyPr rtlCol="0" anchor="t" anchorCtr="0">
            <a:normAutofit/>
          </a:bodyPr>
          <a:lstStyle>
            <a:lvl1pPr>
              <a:defRPr sz="2800"/>
            </a:lvl1pPr>
            <a:lvl2pPr>
              <a:defRPr sz="2400"/>
            </a:lvl2pPr>
            <a:lvl3pPr>
              <a:defRPr sz="2000"/>
            </a:lvl3pPr>
            <a:lvl4pPr>
              <a:defRPr sz="1800"/>
            </a:lvl4pPr>
            <a:lvl5pPr>
              <a:defRPr sz="1800"/>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两个内容">
    <p:spTree>
      <p:nvGrpSpPr>
        <p:cNvPr id="1" name=""/>
        <p:cNvGrpSpPr/>
        <p:nvPr/>
      </p:nvGrpSpPr>
      <p:grpSpPr>
        <a:xfrm>
          <a:off x="0" y="0"/>
          <a:ext cx="0" cy="0"/>
          <a:chOff x="0" y="0"/>
          <a:chExt cx="0" cy="0"/>
        </a:xfrm>
      </p:grpSpPr>
      <p:sp>
        <p:nvSpPr>
          <p:cNvPr id="8" name="任意多边形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6632696" y="359551"/>
            <a:ext cx="5114017" cy="1139895"/>
          </a:xfrm>
        </p:spPr>
        <p:txBody>
          <a:bodyPr rtlCol="0"/>
          <a:lstStyle>
            <a:lvl1pPr algn="l">
              <a:defRPr b="0"/>
            </a:lvl1pPr>
          </a:lstStyle>
          <a:p>
            <a:pPr rtl="0"/>
            <a:r>
              <a:rPr lang="zh-CN" altLang="en-US" noProof="0" smtClean="0"/>
              <a:t>单击此处编辑母版标题样式</a:t>
            </a:r>
            <a:endParaRPr lang="zh-CN" altLang="en-US" noProof="0"/>
          </a:p>
        </p:txBody>
      </p:sp>
      <p:sp>
        <p:nvSpPr>
          <p:cNvPr id="3" name="内容占位符 2"/>
          <p:cNvSpPr>
            <a:spLocks noGrp="1"/>
          </p:cNvSpPr>
          <p:nvPr>
            <p:ph sz="half" idx="1" hasCustomPrompt="1"/>
          </p:nvPr>
        </p:nvSpPr>
        <p:spPr>
          <a:xfrm>
            <a:off x="451514" y="451513"/>
            <a:ext cx="5553071" cy="5409537"/>
          </a:xfrm>
        </p:spPr>
        <p:txBody>
          <a:bodyPr rtlCol="0" anchor="t" anchorCtr="0">
            <a:normAutofit/>
          </a:bodyPr>
          <a:lstStyle>
            <a:lvl1pPr>
              <a:defRPr sz="2800"/>
            </a:lvl1pPr>
            <a:lvl2pPr>
              <a:defRPr sz="2800"/>
            </a:lvl2pPr>
            <a:lvl3pPr>
              <a:defRPr sz="2800"/>
            </a:lvl3pPr>
            <a:lvl4pPr>
              <a:defRPr sz="2800"/>
            </a:lvl4pPr>
            <a:lvl5pPr>
              <a:defRPr sz="2800"/>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内容占位符 3"/>
          <p:cNvSpPr>
            <a:spLocks noGrp="1"/>
          </p:cNvSpPr>
          <p:nvPr>
            <p:ph sz="half" idx="2" hasCustomPrompt="1"/>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rtlCol="0">
            <a:normAutofit/>
          </a:body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日期占位符 4"/>
          <p:cNvSpPr>
            <a:spLocks noGrp="1"/>
          </p:cNvSpPr>
          <p:nvPr>
            <p:ph type="dt" sz="half" idx="10"/>
          </p:nvPr>
        </p:nvSpPr>
        <p:spPr/>
        <p:txBody>
          <a:bodyPr rtlCol="0"/>
          <a:lstStyle/>
          <a:p>
            <a:pPr rtl="0"/>
            <a:fld id="{FCA51175-5A3C-4695-A93E-D4C94E6FAECD}" type="datetime1">
              <a:rPr lang="zh-CN" altLang="en-US" noProof="0" smtClean="0"/>
              <a:t>2024/10/20</a:t>
            </a:fld>
            <a:endParaRPr lang="zh-CN" altLang="en-US" noProof="0"/>
          </a:p>
        </p:txBody>
      </p:sp>
      <p:sp>
        <p:nvSpPr>
          <p:cNvPr id="6" name="页脚占位符 5"/>
          <p:cNvSpPr>
            <a:spLocks noGrp="1"/>
          </p:cNvSpPr>
          <p:nvPr>
            <p:ph type="ftr" sz="quarter" idx="11"/>
          </p:nvPr>
        </p:nvSpPr>
        <p:spPr/>
        <p:txBody>
          <a:bodyPr rtlCol="0"/>
          <a:lstStyle/>
          <a:p>
            <a:pPr rtl="0"/>
            <a:r>
              <a:rPr lang="zh-CN" altLang="en-US" noProof="0"/>
              <a:t>添加页脚 </a:t>
            </a:r>
          </a:p>
        </p:txBody>
      </p:sp>
      <p:sp>
        <p:nvSpPr>
          <p:cNvPr id="7" name="灯片编号占位符 6"/>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带标题的图片">
    <p:spTree>
      <p:nvGrpSpPr>
        <p:cNvPr id="1" name=""/>
        <p:cNvGrpSpPr/>
        <p:nvPr/>
      </p:nvGrpSpPr>
      <p:grpSpPr>
        <a:xfrm>
          <a:off x="0" y="0"/>
          <a:ext cx="0" cy="0"/>
          <a:chOff x="0" y="0"/>
          <a:chExt cx="0" cy="0"/>
        </a:xfrm>
      </p:grpSpPr>
      <p:sp>
        <p:nvSpPr>
          <p:cNvPr id="14" name="任意多边形：形状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rtlCol="0">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CN" altLang="en-US" noProof="0" smtClean="0"/>
              <a:t>单击图标添加图片</a:t>
            </a:r>
            <a:endParaRPr lang="zh-CN" altLang="en-US" noProof="0"/>
          </a:p>
        </p:txBody>
      </p:sp>
      <p:sp>
        <p:nvSpPr>
          <p:cNvPr id="2" name="标题 1"/>
          <p:cNvSpPr>
            <a:spLocks noGrp="1"/>
          </p:cNvSpPr>
          <p:nvPr>
            <p:ph type="title"/>
          </p:nvPr>
        </p:nvSpPr>
        <p:spPr>
          <a:xfrm>
            <a:off x="590396" y="311813"/>
            <a:ext cx="5334448" cy="1453488"/>
          </a:xfrm>
          <a:effectLst/>
        </p:spPr>
        <p:txBody>
          <a:bodyPr rtlCol="0" anchor="b">
            <a:normAutofit/>
          </a:bodyPr>
          <a:lstStyle>
            <a:lvl1pPr algn="l">
              <a:defRPr sz="4000" b="0">
                <a:ln>
                  <a:noFill/>
                </a:ln>
                <a:solidFill>
                  <a:schemeClr val="tx1"/>
                </a:solidFill>
                <a:effectLst/>
              </a:defRPr>
            </a:lvl1pPr>
          </a:lstStyle>
          <a:p>
            <a:pPr rtl="0"/>
            <a:r>
              <a:rPr lang="zh-CN" altLang="en-US" noProof="0" smtClean="0"/>
              <a:t>单击此处编辑母版标题样式</a:t>
            </a:r>
            <a:endParaRPr lang="zh-CN" altLang="en-US" noProof="0"/>
          </a:p>
        </p:txBody>
      </p:sp>
      <p:sp>
        <p:nvSpPr>
          <p:cNvPr id="5" name="日期占位符 4"/>
          <p:cNvSpPr>
            <a:spLocks noGrp="1"/>
          </p:cNvSpPr>
          <p:nvPr>
            <p:ph type="dt" sz="half" idx="10"/>
          </p:nvPr>
        </p:nvSpPr>
        <p:spPr>
          <a:xfrm>
            <a:off x="3885810" y="6041362"/>
            <a:ext cx="976879" cy="365125"/>
          </a:xfrm>
        </p:spPr>
        <p:txBody>
          <a:bodyPr rtlCol="0"/>
          <a:lstStyle/>
          <a:p>
            <a:pPr rtl="0"/>
            <a:fld id="{E6A3B74A-EF50-400C-996C-8DA6F2438131}" type="datetime1">
              <a:rPr lang="zh-CN" altLang="en-US" noProof="0" smtClean="0"/>
              <a:t>2024/10/20</a:t>
            </a:fld>
            <a:endParaRPr lang="zh-CN" altLang="en-US" noProof="0"/>
          </a:p>
        </p:txBody>
      </p:sp>
      <p:sp>
        <p:nvSpPr>
          <p:cNvPr id="6" name="页脚占位符 5"/>
          <p:cNvSpPr>
            <a:spLocks noGrp="1"/>
          </p:cNvSpPr>
          <p:nvPr>
            <p:ph type="ftr" sz="quarter" idx="11"/>
          </p:nvPr>
        </p:nvSpPr>
        <p:spPr>
          <a:xfrm>
            <a:off x="590396" y="6041362"/>
            <a:ext cx="3295413" cy="365125"/>
          </a:xfrm>
        </p:spPr>
        <p:txBody>
          <a:bodyPr rtlCol="0"/>
          <a:lstStyle/>
          <a:p>
            <a:pPr rtl="0"/>
            <a:r>
              <a:rPr lang="zh-CN" altLang="en-US" noProof="0"/>
              <a:t>添加页脚 </a:t>
            </a:r>
          </a:p>
        </p:txBody>
      </p:sp>
      <p:sp>
        <p:nvSpPr>
          <p:cNvPr id="7" name="幻灯片编号占位符 6"/>
          <p:cNvSpPr>
            <a:spLocks noGrp="1"/>
          </p:cNvSpPr>
          <p:nvPr>
            <p:ph type="sldNum" sz="quarter" idx="12"/>
          </p:nvPr>
        </p:nvSpPr>
        <p:spPr>
          <a:xfrm>
            <a:off x="4862689" y="5915888"/>
            <a:ext cx="1062155" cy="490599"/>
          </a:xfrm>
        </p:spPr>
        <p:txBody>
          <a:bodyPr rtlCol="0"/>
          <a:lstStyle/>
          <a:p>
            <a:pPr rtl="0"/>
            <a:fld id="{A4942799-31AF-4FF8-9D79-C1A3E01FB207}" type="slidenum">
              <a:rPr lang="en-US" altLang="zh-CN" noProof="0" smtClean="0"/>
              <a:t>‹#›</a:t>
            </a:fld>
            <a:endParaRPr lang="zh-CN" altLang="en-US" noProof="0"/>
          </a:p>
        </p:txBody>
      </p:sp>
      <p:sp>
        <p:nvSpPr>
          <p:cNvPr id="12" name="文本占位符 3">
            <a:extLst>
              <a:ext uri="{FF2B5EF4-FFF2-40B4-BE49-F238E27FC236}">
                <a16:creationId xmlns:a16="http://schemas.microsoft.com/office/drawing/2014/main" id="{EB4FB892-38DF-40F9-B034-BC1E61FC6BF0}"/>
              </a:ext>
            </a:extLst>
          </p:cNvPr>
          <p:cNvSpPr>
            <a:spLocks noGrp="1"/>
          </p:cNvSpPr>
          <p:nvPr>
            <p:ph type="body" sz="half" idx="2" hasCustomPrompt="1"/>
          </p:nvPr>
        </p:nvSpPr>
        <p:spPr>
          <a:xfrm>
            <a:off x="590396" y="2057400"/>
            <a:ext cx="5334448" cy="3811588"/>
          </a:xfrm>
        </p:spPr>
        <p:txBody>
          <a:bodyPr rtlCol="0"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编辑母版文本样式</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 标题和内容">
    <p:spTree>
      <p:nvGrpSpPr>
        <p:cNvPr id="1" name=""/>
        <p:cNvGrpSpPr/>
        <p:nvPr/>
      </p:nvGrpSpPr>
      <p:grpSpPr>
        <a:xfrm>
          <a:off x="0" y="0"/>
          <a:ext cx="0" cy="0"/>
          <a:chOff x="0" y="0"/>
          <a:chExt cx="0" cy="0"/>
        </a:xfrm>
      </p:grpSpPr>
      <p:sp>
        <p:nvSpPr>
          <p:cNvPr id="8" name="任意多边形(F)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p:txBody>
          <a:bodyPr rtlCol="0" anchor="ctr" anchorCtr="0"/>
          <a:lstStyle>
            <a:lvl1pPr>
              <a:defRPr b="0"/>
            </a:lvl1pPr>
          </a:lstStyle>
          <a:p>
            <a:pPr rtl="0"/>
            <a:r>
              <a:rPr lang="zh-CN" altLang="en-US" noProof="0" smtClean="0"/>
              <a:t>单击此处编辑母版标题样式</a:t>
            </a:r>
            <a:endParaRPr lang="zh-CN" altLang="en-US" noProof="0"/>
          </a:p>
        </p:txBody>
      </p:sp>
      <p:sp>
        <p:nvSpPr>
          <p:cNvPr id="4" name="内容占位符 3"/>
          <p:cNvSpPr>
            <a:spLocks noGrp="1"/>
          </p:cNvSpPr>
          <p:nvPr>
            <p:ph sz="half" idx="2" hasCustomPrompt="1"/>
          </p:nvPr>
        </p:nvSpPr>
        <p:spPr>
          <a:xfrm>
            <a:off x="810001" y="2222287"/>
            <a:ext cx="10571998" cy="3638764"/>
          </a:xfrm>
        </p:spPr>
        <p:txBody>
          <a:bodyPr rtlCol="0">
            <a:normAutofit/>
          </a:bodyPr>
          <a:lstStyle>
            <a:lvl1pPr>
              <a:defRPr sz="2800"/>
            </a:lvl1pPr>
            <a:lvl2pPr>
              <a:defRPr sz="2800"/>
            </a:lvl2pPr>
            <a:lvl3pPr>
              <a:defRPr sz="2800"/>
            </a:lvl3pPr>
            <a:lvl4pPr>
              <a:defRPr sz="2800"/>
            </a:lvl4pPr>
            <a:lvl5pPr>
              <a:defRPr sz="2800"/>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日期占位符 4"/>
          <p:cNvSpPr>
            <a:spLocks noGrp="1"/>
          </p:cNvSpPr>
          <p:nvPr>
            <p:ph type="dt" sz="half" idx="10"/>
          </p:nvPr>
        </p:nvSpPr>
        <p:spPr/>
        <p:txBody>
          <a:bodyPr rtlCol="0"/>
          <a:lstStyle/>
          <a:p>
            <a:pPr rtl="0"/>
            <a:fld id="{1698AB1C-49AF-4E6F-A6A1-EC3CD7170346}" type="datetime1">
              <a:rPr lang="zh-CN" altLang="en-US" noProof="0" smtClean="0"/>
              <a:t>2024/10/20</a:t>
            </a:fld>
            <a:endParaRPr lang="zh-CN" altLang="en-US" noProof="0"/>
          </a:p>
        </p:txBody>
      </p:sp>
      <p:sp>
        <p:nvSpPr>
          <p:cNvPr id="6" name="页脚占位符 5"/>
          <p:cNvSpPr>
            <a:spLocks noGrp="1"/>
          </p:cNvSpPr>
          <p:nvPr>
            <p:ph type="ftr" sz="quarter" idx="11"/>
          </p:nvPr>
        </p:nvSpPr>
        <p:spPr/>
        <p:txBody>
          <a:bodyPr rtlCol="0"/>
          <a:lstStyle/>
          <a:p>
            <a:pPr rtl="0"/>
            <a:r>
              <a:rPr lang="zh-CN" altLang="en-US" noProof="0"/>
              <a:t>添加页脚 </a:t>
            </a:r>
          </a:p>
        </p:txBody>
      </p:sp>
      <p:sp>
        <p:nvSpPr>
          <p:cNvPr id="7" name="灯片编号占位符 6"/>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带题注的全景图片">
    <p:spTree>
      <p:nvGrpSpPr>
        <p:cNvPr id="1" name=""/>
        <p:cNvGrpSpPr/>
        <p:nvPr/>
      </p:nvGrpSpPr>
      <p:grpSpPr>
        <a:xfrm>
          <a:off x="0" y="0"/>
          <a:ext cx="0" cy="0"/>
          <a:chOff x="0" y="0"/>
          <a:chExt cx="0" cy="0"/>
        </a:xfrm>
      </p:grpSpPr>
      <p:sp>
        <p:nvSpPr>
          <p:cNvPr id="2" name="标题 1"/>
          <p:cNvSpPr>
            <a:spLocks noGrp="1"/>
          </p:cNvSpPr>
          <p:nvPr>
            <p:ph type="title"/>
          </p:nvPr>
        </p:nvSpPr>
        <p:spPr>
          <a:xfrm>
            <a:off x="810000" y="4489884"/>
            <a:ext cx="10561418" cy="1426004"/>
          </a:xfrm>
        </p:spPr>
        <p:txBody>
          <a:bodyPr rtlCol="0" anchor="ctr" anchorCtr="0">
            <a:normAutofit/>
          </a:bodyPr>
          <a:lstStyle>
            <a:lvl1pPr algn="ctr">
              <a:defRPr sz="4000" b="0">
                <a:ln>
                  <a:noFill/>
                </a:ln>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smtClean="0"/>
              <a:t>单击此处编辑母版标题样式</a:t>
            </a:r>
            <a:endParaRPr lang="zh-CN" altLang="en-US" noProof="0"/>
          </a:p>
        </p:txBody>
      </p:sp>
      <p:sp>
        <p:nvSpPr>
          <p:cNvPr id="5" name="日期占位符 4"/>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7907F6B5-6552-4985-BF73-3899C87E0C5E}" type="datetime1">
              <a:rPr lang="zh-CN" altLang="en-US" noProof="0" smtClean="0"/>
              <a:t>2024/10/20</a:t>
            </a:fld>
            <a:endParaRPr lang="zh-CN" altLang="en-US" noProof="0"/>
          </a:p>
        </p:txBody>
      </p:sp>
      <p:sp>
        <p:nvSpPr>
          <p:cNvPr id="6" name="页脚占位符 5"/>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noProof="0"/>
              <a:t>添加页脚 </a:t>
            </a:r>
          </a:p>
        </p:txBody>
      </p:sp>
      <p:sp>
        <p:nvSpPr>
          <p:cNvPr id="7" name="灯片编号占位符 6"/>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A4942799-31AF-4FF8-9D79-C1A3E01FB207}" type="slidenum">
              <a:rPr lang="en-US" altLang="zh-CN" noProof="0" smtClean="0"/>
              <a:pPr/>
              <a:t>‹#›</a:t>
            </a:fld>
            <a:endParaRPr lang="zh-CN" altLang="en-US" noProof="0"/>
          </a:p>
        </p:txBody>
      </p:sp>
      <p:sp>
        <p:nvSpPr>
          <p:cNvPr id="9" name="内容占位符 8">
            <a:extLst>
              <a:ext uri="{FF2B5EF4-FFF2-40B4-BE49-F238E27FC236}">
                <a16:creationId xmlns:a16="http://schemas.microsoft.com/office/drawing/2014/main" id="{EC1FEB3F-0898-4AE0-B8C4-970BF80A3766}"/>
              </a:ext>
            </a:extLst>
          </p:cNvPr>
          <p:cNvSpPr>
            <a:spLocks noGrp="1"/>
          </p:cNvSpPr>
          <p:nvPr>
            <p:ph sz="quarter" idx="14" hasCustomPrompt="1"/>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rtlCol="0"/>
          <a:lstStyle>
            <a:lvl1pPr>
              <a:defRPr>
                <a:solidFill>
                  <a:schemeClr val="bg1"/>
                </a:solidFill>
                <a:latin typeface="Microsoft YaHei UI" panose="020B0503020204020204" pitchFamily="34" charset="-122"/>
                <a:ea typeface="Microsoft YaHei UI" panose="020B0503020204020204" pitchFamily="34" charset="-122"/>
              </a:defRPr>
            </a:lvl1pPr>
            <a:lvl2pPr>
              <a:defRPr>
                <a:solidFill>
                  <a:schemeClr val="bg1"/>
                </a:solidFill>
                <a:latin typeface="Microsoft YaHei UI" panose="020B0503020204020204" pitchFamily="34" charset="-122"/>
                <a:ea typeface="Microsoft YaHei UI" panose="020B0503020204020204" pitchFamily="34" charset="-122"/>
              </a:defRPr>
            </a:lvl2pPr>
            <a:lvl3pPr>
              <a:defRPr>
                <a:solidFill>
                  <a:schemeClr val="bg1"/>
                </a:solidFill>
                <a:latin typeface="Microsoft YaHei UI" panose="020B0503020204020204" pitchFamily="34" charset="-122"/>
                <a:ea typeface="Microsoft YaHei UI" panose="020B0503020204020204" pitchFamily="34" charset="-122"/>
              </a:defRPr>
            </a:lvl3pPr>
            <a:lvl4pPr>
              <a:defRPr>
                <a:solidFill>
                  <a:schemeClr val="bg1"/>
                </a:solidFill>
                <a:latin typeface="Microsoft YaHei UI" panose="020B0503020204020204" pitchFamily="34" charset="-122"/>
                <a:ea typeface="Microsoft YaHei UI" panose="020B0503020204020204" pitchFamily="34" charset="-122"/>
              </a:defRPr>
            </a:lvl4pPr>
            <a:lvl5pPr>
              <a:defRPr>
                <a:solidFill>
                  <a:schemeClr val="bg1"/>
                </a:solidFill>
                <a:latin typeface="Microsoft YaHei UI" panose="020B0503020204020204" pitchFamily="34" charset="-122"/>
                <a:ea typeface="Microsoft YaHei UI"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任意多边形(F)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810000" y="447188"/>
            <a:ext cx="10571998" cy="970450"/>
          </a:xfrm>
        </p:spPr>
        <p:txBody>
          <a:bodyPr rtlCol="0" anchor="ctr" anchorCtr="0"/>
          <a:lstStyle>
            <a:lvl1pPr>
              <a:defRPr b="0"/>
            </a:lvl1pPr>
          </a:lstStyle>
          <a:p>
            <a:pPr rtl="0"/>
            <a:r>
              <a:rPr lang="zh-CN" altLang="en-US" noProof="0" smtClean="0"/>
              <a:t>单击此处编辑母版标题样式</a:t>
            </a:r>
            <a:endParaRPr lang="zh-CN" altLang="en-US" noProof="0"/>
          </a:p>
        </p:txBody>
      </p:sp>
      <p:sp>
        <p:nvSpPr>
          <p:cNvPr id="3" name="内容占位符 2"/>
          <p:cNvSpPr>
            <a:spLocks noGrp="1"/>
          </p:cNvSpPr>
          <p:nvPr>
            <p:ph idx="1" hasCustomPrompt="1"/>
          </p:nvPr>
        </p:nvSpPr>
        <p:spPr>
          <a:xfrm>
            <a:off x="818712" y="2222287"/>
            <a:ext cx="10554574" cy="3636511"/>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p:cNvSpPr>
            <a:spLocks noGrp="1"/>
          </p:cNvSpPr>
          <p:nvPr>
            <p:ph type="dt" sz="half" idx="10"/>
          </p:nvPr>
        </p:nvSpPr>
        <p:spPr/>
        <p:txBody>
          <a:bodyPr rtlCol="0"/>
          <a:lstStyle/>
          <a:p>
            <a:pPr rtl="0"/>
            <a:fld id="{734F09CF-020B-4633-ADAD-58EBC9028801}" type="datetime1">
              <a:rPr lang="zh-CN" altLang="en-US" noProof="0" smtClean="0"/>
              <a:t>2024/10/20</a:t>
            </a:fld>
            <a:endParaRPr lang="zh-CN" altLang="en-US" noProof="0"/>
          </a:p>
        </p:txBody>
      </p:sp>
      <p:sp>
        <p:nvSpPr>
          <p:cNvPr id="5" name="页脚占位符 4"/>
          <p:cNvSpPr>
            <a:spLocks noGrp="1"/>
          </p:cNvSpPr>
          <p:nvPr>
            <p:ph type="ftr" sz="quarter" idx="11"/>
          </p:nvPr>
        </p:nvSpPr>
        <p:spPr/>
        <p:txBody>
          <a:bodyPr rtlCol="0"/>
          <a:lstStyle/>
          <a:p>
            <a:pPr rtl="0"/>
            <a:r>
              <a:rPr lang="zh-CN" altLang="en-US" noProof="0"/>
              <a:t>添加页脚 </a:t>
            </a:r>
          </a:p>
        </p:txBody>
      </p:sp>
      <p:sp>
        <p:nvSpPr>
          <p:cNvPr id="6" name="灯片编号占位符 5"/>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 name="任意多边形(F)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810000" y="606669"/>
            <a:ext cx="10561418" cy="3813527"/>
          </a:xfrm>
        </p:spPr>
        <p:txBody>
          <a:bodyPr rtlCol="0" anchor="ctr" anchorCtr="0"/>
          <a:lstStyle>
            <a:lvl1pPr algn="ctr">
              <a:defRPr sz="4800" b="0" cap="none"/>
            </a:lvl1pPr>
          </a:lstStyle>
          <a:p>
            <a:pPr rtl="0"/>
            <a:r>
              <a:rPr lang="zh-CN" altLang="en-US" noProof="0" smtClean="0"/>
              <a:t>单击此处编辑母版标题样式</a:t>
            </a:r>
            <a:endParaRPr lang="zh-CN" altLang="en-US" noProof="0"/>
          </a:p>
        </p:txBody>
      </p:sp>
      <p:sp>
        <p:nvSpPr>
          <p:cNvPr id="3" name="文本占位符 2"/>
          <p:cNvSpPr>
            <a:spLocks noGrp="1"/>
          </p:cNvSpPr>
          <p:nvPr>
            <p:ph type="body" idx="1" hasCustomPrompt="1"/>
          </p:nvPr>
        </p:nvSpPr>
        <p:spPr>
          <a:xfrm>
            <a:off x="810000" y="5281201"/>
            <a:ext cx="10561418" cy="433955"/>
          </a:xfrm>
        </p:spPr>
        <p:txBody>
          <a:bodyPr rtlCol="0"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p>
            <a:pPr rtl="0"/>
            <a:fld id="{7E877A10-6B3D-4A29-A402-2636203F0CB0}" type="datetime1">
              <a:rPr lang="zh-CN" altLang="en-US" noProof="0" smtClean="0"/>
              <a:t>2024/10/20</a:t>
            </a:fld>
            <a:endParaRPr lang="zh-CN" altLang="en-US" noProof="0"/>
          </a:p>
        </p:txBody>
      </p:sp>
      <p:sp>
        <p:nvSpPr>
          <p:cNvPr id="5" name="页脚占位符 4"/>
          <p:cNvSpPr>
            <a:spLocks noGrp="1"/>
          </p:cNvSpPr>
          <p:nvPr>
            <p:ph type="ftr" sz="quarter" idx="11"/>
          </p:nvPr>
        </p:nvSpPr>
        <p:spPr/>
        <p:txBody>
          <a:bodyPr rtlCol="0"/>
          <a:lstStyle/>
          <a:p>
            <a:pPr rtl="0"/>
            <a:r>
              <a:rPr lang="zh-CN" altLang="en-US" noProof="0"/>
              <a:t>添加页脚 </a:t>
            </a:r>
          </a:p>
        </p:txBody>
      </p:sp>
      <p:sp>
        <p:nvSpPr>
          <p:cNvPr id="6" name="灯片编号占位符 5"/>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任意多边形(F)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p:txBody>
          <a:bodyPr rtlCol="0" anchor="ctr" anchorCtr="0"/>
          <a:lstStyle>
            <a:lvl1pPr>
              <a:defRPr b="0"/>
            </a:lvl1pPr>
          </a:lstStyle>
          <a:p>
            <a:pPr rtl="0"/>
            <a:r>
              <a:rPr lang="zh-CN" altLang="en-US" noProof="0" smtClean="0"/>
              <a:t>单击此处编辑母版标题样式</a:t>
            </a:r>
            <a:endParaRPr lang="zh-CN" altLang="en-US" noProof="0"/>
          </a:p>
        </p:txBody>
      </p:sp>
      <p:sp>
        <p:nvSpPr>
          <p:cNvPr id="3" name="文本占位符 2"/>
          <p:cNvSpPr>
            <a:spLocks noGrp="1"/>
          </p:cNvSpPr>
          <p:nvPr>
            <p:ph type="body" idx="1" hasCustomPrompt="1"/>
          </p:nvPr>
        </p:nvSpPr>
        <p:spPr>
          <a:xfrm>
            <a:off x="814728" y="2174875"/>
            <a:ext cx="5189857" cy="576262"/>
          </a:xfrm>
        </p:spPr>
        <p:txBody>
          <a:bodyPr rtlCol="0"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4" name="内容占位符 3"/>
          <p:cNvSpPr>
            <a:spLocks noGrp="1"/>
          </p:cNvSpPr>
          <p:nvPr>
            <p:ph sz="half" idx="2" hasCustomPrompt="1"/>
          </p:nvPr>
        </p:nvSpPr>
        <p:spPr>
          <a:xfrm>
            <a:off x="814729" y="2751138"/>
            <a:ext cx="5189856" cy="3109913"/>
          </a:xfrm>
        </p:spPr>
        <p:txBody>
          <a:bodyPr rtlCol="0" anchor="t">
            <a:normAutofit/>
          </a:body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文本占位符 4"/>
          <p:cNvSpPr>
            <a:spLocks noGrp="1"/>
          </p:cNvSpPr>
          <p:nvPr>
            <p:ph type="body" sz="quarter" idx="3" hasCustomPrompt="1"/>
          </p:nvPr>
        </p:nvSpPr>
        <p:spPr>
          <a:xfrm>
            <a:off x="6187415" y="2174875"/>
            <a:ext cx="5194583" cy="576262"/>
          </a:xfrm>
        </p:spPr>
        <p:txBody>
          <a:bodyPr rtlCol="0"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6" name="内容占位符 5"/>
          <p:cNvSpPr>
            <a:spLocks noGrp="1"/>
          </p:cNvSpPr>
          <p:nvPr>
            <p:ph sz="quarter" idx="4" hasCustomPrompt="1"/>
          </p:nvPr>
        </p:nvSpPr>
        <p:spPr>
          <a:xfrm>
            <a:off x="6187415" y="2751138"/>
            <a:ext cx="5194583" cy="3109913"/>
          </a:xfrm>
        </p:spPr>
        <p:txBody>
          <a:bodyPr rtlCol="0" anchor="t">
            <a:normAutofit/>
          </a:body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7" name="日期占位符 6"/>
          <p:cNvSpPr>
            <a:spLocks noGrp="1"/>
          </p:cNvSpPr>
          <p:nvPr>
            <p:ph type="dt" sz="half" idx="10"/>
          </p:nvPr>
        </p:nvSpPr>
        <p:spPr/>
        <p:txBody>
          <a:bodyPr rtlCol="0"/>
          <a:lstStyle/>
          <a:p>
            <a:pPr rtl="0"/>
            <a:fld id="{BDEE09FD-4D11-404E-A0A7-9D3D86C15AFA}" type="datetime1">
              <a:rPr lang="zh-CN" altLang="en-US" noProof="0" smtClean="0"/>
              <a:t>2024/10/20</a:t>
            </a:fld>
            <a:endParaRPr lang="zh-CN" altLang="en-US" noProof="0"/>
          </a:p>
        </p:txBody>
      </p:sp>
      <p:sp>
        <p:nvSpPr>
          <p:cNvPr id="8" name="页脚占位符 7"/>
          <p:cNvSpPr>
            <a:spLocks noGrp="1"/>
          </p:cNvSpPr>
          <p:nvPr>
            <p:ph type="ftr" sz="quarter" idx="11"/>
          </p:nvPr>
        </p:nvSpPr>
        <p:spPr/>
        <p:txBody>
          <a:bodyPr rtlCol="0"/>
          <a:lstStyle/>
          <a:p>
            <a:pPr rtl="0"/>
            <a:r>
              <a:rPr lang="zh-CN" altLang="en-US" noProof="0"/>
              <a:t>添加页脚 </a:t>
            </a:r>
          </a:p>
        </p:txBody>
      </p:sp>
      <p:sp>
        <p:nvSpPr>
          <p:cNvPr id="9" name="灯片编号占位符 8"/>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任意多边形(F)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p:txBody>
          <a:bodyPr rtlCol="0" anchor="ctr" anchorCtr="0"/>
          <a:lstStyle>
            <a:lvl1pPr>
              <a:defRPr b="0"/>
            </a:lvl1pPr>
          </a:lstStyle>
          <a:p>
            <a:pPr rtl="0"/>
            <a:r>
              <a:rPr lang="zh-CN" altLang="en-US" noProof="0" smtClean="0"/>
              <a:t>单击此处编辑母版标题样式</a:t>
            </a:r>
            <a:endParaRPr lang="zh-CN" altLang="en-US" noProof="0"/>
          </a:p>
        </p:txBody>
      </p:sp>
      <p:sp>
        <p:nvSpPr>
          <p:cNvPr id="3" name="日期占位符 2"/>
          <p:cNvSpPr>
            <a:spLocks noGrp="1"/>
          </p:cNvSpPr>
          <p:nvPr>
            <p:ph type="dt" sz="half" idx="10"/>
          </p:nvPr>
        </p:nvSpPr>
        <p:spPr/>
        <p:txBody>
          <a:bodyPr rtlCol="0"/>
          <a:lstStyle/>
          <a:p>
            <a:pPr rtl="0"/>
            <a:fld id="{6AC800F4-90A9-4660-939F-20E4C82A1759}" type="datetime1">
              <a:rPr lang="zh-CN" altLang="en-US" noProof="0" smtClean="0"/>
              <a:t>2024/10/20</a:t>
            </a:fld>
            <a:endParaRPr lang="zh-CN" altLang="en-US" noProof="0"/>
          </a:p>
        </p:txBody>
      </p:sp>
      <p:sp>
        <p:nvSpPr>
          <p:cNvPr id="4" name="页脚占位符 3"/>
          <p:cNvSpPr>
            <a:spLocks noGrp="1"/>
          </p:cNvSpPr>
          <p:nvPr>
            <p:ph type="ftr" sz="quarter" idx="11"/>
          </p:nvPr>
        </p:nvSpPr>
        <p:spPr/>
        <p:txBody>
          <a:bodyPr rtlCol="0"/>
          <a:lstStyle/>
          <a:p>
            <a:pPr rtl="0"/>
            <a:r>
              <a:rPr lang="zh-CN" altLang="en-US" noProof="0"/>
              <a:t>添加页脚 </a:t>
            </a:r>
          </a:p>
        </p:txBody>
      </p:sp>
      <p:sp>
        <p:nvSpPr>
          <p:cNvPr id="5" name="灯片编号占位符 4"/>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70299154-6CC3-4E92-99A5-0F90695DBBD2}" type="datetime1">
              <a:rPr lang="zh-CN" altLang="en-US" noProof="0" smtClean="0"/>
              <a:t>2024/10/20</a:t>
            </a:fld>
            <a:endParaRPr lang="zh-CN" altLang="en-US" noProof="0"/>
          </a:p>
        </p:txBody>
      </p:sp>
      <p:sp>
        <p:nvSpPr>
          <p:cNvPr id="3" name="页脚占位符 2"/>
          <p:cNvSpPr>
            <a:spLocks noGrp="1"/>
          </p:cNvSpPr>
          <p:nvPr>
            <p:ph type="ftr" sz="quarter" idx="11"/>
          </p:nvPr>
        </p:nvSpPr>
        <p:spPr/>
        <p:txBody>
          <a:bodyPr rtlCol="0"/>
          <a:lstStyle/>
          <a:p>
            <a:pPr rtl="0"/>
            <a:r>
              <a:rPr lang="zh-CN" altLang="en-US" noProof="0"/>
              <a:t>添加页脚 </a:t>
            </a:r>
          </a:p>
        </p:txBody>
      </p:sp>
      <p:sp>
        <p:nvSpPr>
          <p:cNvPr id="4" name="灯片编号占位符 3"/>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带标题的内容">
    <p:spTree>
      <p:nvGrpSpPr>
        <p:cNvPr id="1" name=""/>
        <p:cNvGrpSpPr/>
        <p:nvPr/>
      </p:nvGrpSpPr>
      <p:grpSpPr>
        <a:xfrm>
          <a:off x="0" y="0"/>
          <a:ext cx="0" cy="0"/>
          <a:chOff x="0" y="0"/>
          <a:chExt cx="0" cy="0"/>
        </a:xfrm>
      </p:grpSpPr>
      <p:sp>
        <p:nvSpPr>
          <p:cNvPr id="12" name="任意多边形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1073151" y="446088"/>
            <a:ext cx="3547533" cy="2576512"/>
          </a:xfrm>
        </p:spPr>
        <p:txBody>
          <a:bodyPr rtlCol="0" anchor="ctr" anchorCtr="0"/>
          <a:lstStyle>
            <a:lvl1pPr algn="l">
              <a:defRPr sz="4000" b="0"/>
            </a:lvl1pPr>
          </a:lstStyle>
          <a:p>
            <a:pPr rtl="0"/>
            <a:r>
              <a:rPr lang="zh-CN" altLang="en-US" noProof="0" smtClean="0"/>
              <a:t>单击此处编辑母版标题样式</a:t>
            </a:r>
            <a:endParaRPr lang="zh-CN" altLang="en-US" noProof="0"/>
          </a:p>
        </p:txBody>
      </p:sp>
      <p:sp>
        <p:nvSpPr>
          <p:cNvPr id="3" name="内容占位符 2"/>
          <p:cNvSpPr>
            <a:spLocks noGrp="1"/>
          </p:cNvSpPr>
          <p:nvPr>
            <p:ph idx="1" hasCustomPrompt="1"/>
          </p:nvPr>
        </p:nvSpPr>
        <p:spPr>
          <a:xfrm>
            <a:off x="4855633" y="446088"/>
            <a:ext cx="6252633" cy="5414963"/>
          </a:xfrm>
        </p:spPr>
        <p:txBody>
          <a:bodyPr rtlCol="0">
            <a:normAutofit/>
          </a:body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文本占位符 3"/>
          <p:cNvSpPr>
            <a:spLocks noGrp="1"/>
          </p:cNvSpPr>
          <p:nvPr>
            <p:ph type="body" sz="half" idx="2" hasCustomPrompt="1"/>
          </p:nvPr>
        </p:nvSpPr>
        <p:spPr>
          <a:xfrm>
            <a:off x="1073151" y="3022600"/>
            <a:ext cx="3547533" cy="2838449"/>
          </a:xfrm>
        </p:spPr>
        <p:txBody>
          <a:bodyPr rtlCol="0">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p>
            <a:pPr rtl="0"/>
            <a:fld id="{0670AA54-D721-4225-9137-0B5814C14CF4}" type="datetime1">
              <a:rPr lang="zh-CN" altLang="en-US" noProof="0" smtClean="0"/>
              <a:t>2024/10/20</a:t>
            </a:fld>
            <a:endParaRPr lang="zh-CN" altLang="en-US" noProof="0"/>
          </a:p>
        </p:txBody>
      </p:sp>
      <p:sp>
        <p:nvSpPr>
          <p:cNvPr id="6" name="页脚占位符 5"/>
          <p:cNvSpPr>
            <a:spLocks noGrp="1"/>
          </p:cNvSpPr>
          <p:nvPr>
            <p:ph type="ftr" sz="quarter" idx="11"/>
          </p:nvPr>
        </p:nvSpPr>
        <p:spPr/>
        <p:txBody>
          <a:bodyPr rtlCol="0"/>
          <a:lstStyle/>
          <a:p>
            <a:pPr rtl="0"/>
            <a:r>
              <a:rPr lang="zh-CN" altLang="en-US" noProof="0"/>
              <a:t>添加页脚 </a:t>
            </a:r>
          </a:p>
        </p:txBody>
      </p:sp>
      <p:sp>
        <p:nvSpPr>
          <p:cNvPr id="7" name="灯片编号占位符 6"/>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带题注的引用">
    <p:spTree>
      <p:nvGrpSpPr>
        <p:cNvPr id="1" name=""/>
        <p:cNvGrpSpPr/>
        <p:nvPr/>
      </p:nvGrpSpPr>
      <p:grpSpPr>
        <a:xfrm>
          <a:off x="0" y="0"/>
          <a:ext cx="0" cy="0"/>
          <a:chOff x="0" y="0"/>
          <a:chExt cx="0" cy="0"/>
        </a:xfrm>
      </p:grpSpPr>
      <p:sp>
        <p:nvSpPr>
          <p:cNvPr id="8" name="任意多边形(F)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850985" y="1238502"/>
            <a:ext cx="5893840" cy="2645912"/>
          </a:xfrm>
        </p:spPr>
        <p:txBody>
          <a:bodyPr rtlCol="0" anchor="ctr" anchorCtr="0"/>
          <a:lstStyle>
            <a:lvl1pPr algn="l">
              <a:defRPr sz="4000" b="0" cap="none"/>
            </a:lvl1pPr>
          </a:lstStyle>
          <a:p>
            <a:pPr rtl="0"/>
            <a:r>
              <a:rPr lang="zh-CN" altLang="en-US" noProof="0" smtClean="0"/>
              <a:t>单击此处编辑母版标题样式</a:t>
            </a:r>
            <a:endParaRPr lang="zh-CN" altLang="en-US" noProof="0"/>
          </a:p>
        </p:txBody>
      </p:sp>
      <p:sp>
        <p:nvSpPr>
          <p:cNvPr id="3" name="文本占位符 2"/>
          <p:cNvSpPr>
            <a:spLocks noGrp="1"/>
          </p:cNvSpPr>
          <p:nvPr>
            <p:ph type="body" idx="1" hasCustomPrompt="1"/>
          </p:nvPr>
        </p:nvSpPr>
        <p:spPr>
          <a:xfrm>
            <a:off x="853190" y="4443680"/>
            <a:ext cx="5891636" cy="713241"/>
          </a:xfrm>
        </p:spPr>
        <p:txBody>
          <a:bodyPr rtlCol="0"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编辑母版文本样式</a:t>
            </a:r>
          </a:p>
        </p:txBody>
      </p:sp>
      <p:sp>
        <p:nvSpPr>
          <p:cNvPr id="9" name="文本占位符 5"/>
          <p:cNvSpPr>
            <a:spLocks noGrp="1"/>
          </p:cNvSpPr>
          <p:nvPr>
            <p:ph type="body" sz="quarter" idx="16" hasCustomPrompt="1"/>
          </p:nvPr>
        </p:nvSpPr>
        <p:spPr>
          <a:xfrm>
            <a:off x="7574642" y="1081456"/>
            <a:ext cx="3810001" cy="4075465"/>
          </a:xfrm>
        </p:spPr>
        <p:txBody>
          <a:bodyPr rtlCol="0" anchor="t" anchorCtr="0">
            <a:normAutofit/>
          </a:bodyPr>
          <a:lstStyle>
            <a:lvl1pPr marL="0" indent="0" algn="l">
              <a:buFontTx/>
              <a:buNone/>
              <a:defRPr sz="2800"/>
            </a:lvl1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p>
            <a:pPr rtl="0"/>
            <a:fld id="{BA2BAD91-51D2-43F8-B562-D2555230B7E6}" type="datetime1">
              <a:rPr lang="zh-CN" altLang="en-US" noProof="0" smtClean="0"/>
              <a:t>2024/10/20</a:t>
            </a:fld>
            <a:endParaRPr lang="zh-CN" altLang="en-US" noProof="0"/>
          </a:p>
        </p:txBody>
      </p:sp>
      <p:sp>
        <p:nvSpPr>
          <p:cNvPr id="5" name="页脚占位符 4"/>
          <p:cNvSpPr>
            <a:spLocks noGrp="1"/>
          </p:cNvSpPr>
          <p:nvPr>
            <p:ph type="ftr" sz="quarter" idx="11"/>
          </p:nvPr>
        </p:nvSpPr>
        <p:spPr/>
        <p:txBody>
          <a:bodyPr rtlCol="0"/>
          <a:lstStyle/>
          <a:p>
            <a:pPr rtl="0"/>
            <a:r>
              <a:rPr lang="zh-CN" altLang="en-US" noProof="0"/>
              <a:t>添加页脚 </a:t>
            </a:r>
          </a:p>
        </p:txBody>
      </p:sp>
      <p:sp>
        <p:nvSpPr>
          <p:cNvPr id="6" name="灯片编号占位符 5"/>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名称卡">
    <p:spTree>
      <p:nvGrpSpPr>
        <p:cNvPr id="1" name=""/>
        <p:cNvGrpSpPr/>
        <p:nvPr/>
      </p:nvGrpSpPr>
      <p:grpSpPr>
        <a:xfrm>
          <a:off x="0" y="0"/>
          <a:ext cx="0" cy="0"/>
          <a:chOff x="0" y="0"/>
          <a:chExt cx="0" cy="0"/>
        </a:xfrm>
      </p:grpSpPr>
      <p:sp>
        <p:nvSpPr>
          <p:cNvPr id="9" name="任意多边形(F)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标题 1"/>
          <p:cNvSpPr>
            <a:spLocks noGrp="1"/>
          </p:cNvSpPr>
          <p:nvPr>
            <p:ph type="title"/>
          </p:nvPr>
        </p:nvSpPr>
        <p:spPr>
          <a:xfrm>
            <a:off x="1357089" y="2435957"/>
            <a:ext cx="4382521" cy="2007789"/>
          </a:xfrm>
        </p:spPr>
        <p:txBody>
          <a:bodyPr rtlCol="0" anchor="ctr" anchorCtr="0"/>
          <a:lstStyle>
            <a:lvl1pPr algn="l">
              <a:defRPr sz="4000" b="0"/>
            </a:lvl1pPr>
          </a:lstStyle>
          <a:p>
            <a:pPr rtl="0"/>
            <a:r>
              <a:rPr lang="zh-CN" altLang="en-US" noProof="0" smtClean="0"/>
              <a:t>单击此处编辑母版标题样式</a:t>
            </a:r>
            <a:endParaRPr lang="zh-CN" altLang="en-US" noProof="0"/>
          </a:p>
        </p:txBody>
      </p:sp>
      <p:sp>
        <p:nvSpPr>
          <p:cNvPr id="6" name="文本占位符 5"/>
          <p:cNvSpPr>
            <a:spLocks noGrp="1"/>
          </p:cNvSpPr>
          <p:nvPr>
            <p:ph type="body" sz="quarter" idx="16" hasCustomPrompt="1"/>
          </p:nvPr>
        </p:nvSpPr>
        <p:spPr>
          <a:xfrm>
            <a:off x="6156000" y="2286000"/>
            <a:ext cx="4880300" cy="2295525"/>
          </a:xfrm>
        </p:spPr>
        <p:txBody>
          <a:bodyPr rtlCol="0" anchor="ctr" anchorCtr="0">
            <a:normAutofit/>
          </a:bodyPr>
          <a:lstStyle>
            <a:lvl1pPr marL="0" indent="0" algn="ctr">
              <a:buFontTx/>
              <a:buNone/>
              <a:defRPr sz="2800"/>
            </a:lvl1pPr>
          </a:lstStyle>
          <a:p>
            <a:pPr lvl="0" rtl="0"/>
            <a:r>
              <a:rPr lang="zh-CN" altLang="en-US" noProof="0"/>
              <a:t>编辑母版文本样式</a:t>
            </a:r>
          </a:p>
        </p:txBody>
      </p:sp>
      <p:sp>
        <p:nvSpPr>
          <p:cNvPr id="2" name="日期占位符 1"/>
          <p:cNvSpPr>
            <a:spLocks noGrp="1"/>
          </p:cNvSpPr>
          <p:nvPr>
            <p:ph type="dt" sz="half" idx="10"/>
          </p:nvPr>
        </p:nvSpPr>
        <p:spPr/>
        <p:txBody>
          <a:bodyPr rtlCol="0"/>
          <a:lstStyle/>
          <a:p>
            <a:pPr rtl="0"/>
            <a:fld id="{8DD9C5F7-9958-4BE9-9776-C230A9F4B3B8}" type="datetime1">
              <a:rPr lang="zh-CN" altLang="en-US" noProof="0" smtClean="0"/>
              <a:t>2024/10/20</a:t>
            </a:fld>
            <a:endParaRPr lang="zh-CN" altLang="en-US" noProof="0"/>
          </a:p>
        </p:txBody>
      </p:sp>
      <p:sp>
        <p:nvSpPr>
          <p:cNvPr id="3" name="页脚占位符 2"/>
          <p:cNvSpPr>
            <a:spLocks noGrp="1"/>
          </p:cNvSpPr>
          <p:nvPr>
            <p:ph type="ftr" sz="quarter" idx="11"/>
          </p:nvPr>
        </p:nvSpPr>
        <p:spPr/>
        <p:txBody>
          <a:bodyPr rtlCol="0"/>
          <a:lstStyle/>
          <a:p>
            <a:pPr rtl="0"/>
            <a:r>
              <a:rPr lang="zh-CN" altLang="en-US" noProof="0"/>
              <a:t>添加页脚 </a:t>
            </a:r>
          </a:p>
        </p:txBody>
      </p:sp>
      <p:sp>
        <p:nvSpPr>
          <p:cNvPr id="4" name="灯片编号占位符 3"/>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12" name="任意多边形(F)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垂直标题 1"/>
          <p:cNvSpPr>
            <a:spLocks noGrp="1"/>
          </p:cNvSpPr>
          <p:nvPr>
            <p:ph type="title" orient="vert"/>
          </p:nvPr>
        </p:nvSpPr>
        <p:spPr>
          <a:xfrm>
            <a:off x="8183540" y="586171"/>
            <a:ext cx="3754460" cy="5134798"/>
          </a:xfrm>
        </p:spPr>
        <p:txBody>
          <a:bodyPr vert="horz" rtlCol="0" anchor="ctr" anchorCtr="1"/>
          <a:lstStyle>
            <a:lvl1pPr algn="l">
              <a:defRPr b="0"/>
            </a:lvl1pPr>
          </a:lstStyle>
          <a:p>
            <a:pPr rtl="0"/>
            <a:r>
              <a:rPr lang="zh-CN" altLang="en-US" noProof="0" smtClean="0"/>
              <a:t>单击此处编辑母版标题样式</a:t>
            </a:r>
            <a:endParaRPr lang="zh-CN" altLang="en-US" noProof="0"/>
          </a:p>
        </p:txBody>
      </p:sp>
      <p:sp>
        <p:nvSpPr>
          <p:cNvPr id="3" name="垂直文本占位符 2"/>
          <p:cNvSpPr>
            <a:spLocks noGrp="1"/>
          </p:cNvSpPr>
          <p:nvPr>
            <p:ph type="body" orient="vert" idx="1" hasCustomPrompt="1"/>
          </p:nvPr>
        </p:nvSpPr>
        <p:spPr>
          <a:xfrm>
            <a:off x="810001" y="446089"/>
            <a:ext cx="6611540" cy="5414962"/>
          </a:xfrm>
        </p:spPr>
        <p:txBody>
          <a:bodyPr vert="horz" rtlCol="0" anchor="ctr" anchorCtr="1"/>
          <a:lstStyle>
            <a:lvl1pPr algn="ctr">
              <a:defRPr/>
            </a:lvl1pPr>
            <a:lvl2pPr algn="ctr">
              <a:defRPr/>
            </a:lvl2pPr>
            <a:lvl3pPr algn="ctr">
              <a:defRPr/>
            </a:lvl3pPr>
            <a:lvl4pPr algn="ctr">
              <a:defRPr/>
            </a:lvl4pPr>
            <a:lvl5pPr algn="ctr">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p:cNvSpPr>
            <a:spLocks noGrp="1"/>
          </p:cNvSpPr>
          <p:nvPr>
            <p:ph type="dt" sz="half" idx="10"/>
          </p:nvPr>
        </p:nvSpPr>
        <p:spPr/>
        <p:txBody>
          <a:bodyPr rtlCol="0"/>
          <a:lstStyle/>
          <a:p>
            <a:pPr rtl="0"/>
            <a:fld id="{EA152C2E-5DF6-4551-A7A9-462E79A75B61}" type="datetime1">
              <a:rPr lang="zh-CN" altLang="en-US" noProof="0" smtClean="0"/>
              <a:t>2024/10/20</a:t>
            </a:fld>
            <a:endParaRPr lang="zh-CN" altLang="en-US" noProof="0"/>
          </a:p>
        </p:txBody>
      </p:sp>
      <p:sp>
        <p:nvSpPr>
          <p:cNvPr id="5" name="页脚占位符 4"/>
          <p:cNvSpPr>
            <a:spLocks noGrp="1"/>
          </p:cNvSpPr>
          <p:nvPr>
            <p:ph type="ftr" sz="quarter" idx="11"/>
          </p:nvPr>
        </p:nvSpPr>
        <p:spPr/>
        <p:txBody>
          <a:bodyPr rtlCol="0"/>
          <a:lstStyle/>
          <a:p>
            <a:pPr rtl="0"/>
            <a:r>
              <a:rPr lang="zh-CN" altLang="en-US" noProof="0"/>
              <a:t>添加页脚 </a:t>
            </a:r>
          </a:p>
        </p:txBody>
      </p:sp>
      <p:sp>
        <p:nvSpPr>
          <p:cNvPr id="6" name="灯片编号占位符 5"/>
          <p:cNvSpPr>
            <a:spLocks noGrp="1"/>
          </p:cNvSpPr>
          <p:nvPr>
            <p:ph type="sldNum" sz="quarter" idx="12"/>
          </p:nvPr>
        </p:nvSpPr>
        <p:spPr/>
        <p:txBody>
          <a:bodyPr rtlCol="0"/>
          <a:lstStyle/>
          <a:p>
            <a:pPr rtl="0"/>
            <a:fld id="{A4942799-31AF-4FF8-9D79-C1A3E01FB207}" type="slidenum">
              <a:rPr lang="en-US" altLang="zh-CN" noProof="0" smtClean="0"/>
              <a:t>‹#›</a:t>
            </a:fld>
            <a:endParaRPr lang="zh-CN" altLang="en-US" noProof="0"/>
          </a:p>
        </p:txBody>
      </p:sp>
    </p:spTree>
    <p:extLst>
      <p:ext uri="{BB962C8B-B14F-4D97-AF65-F5344CB8AC3E}">
        <p14:creationId xmlns:p14="http://schemas.microsoft.com/office/powerpoint/2010/main" val="1183694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7" name="组 6">
            <a:extLst>
              <a:ext uri="{FF2B5EF4-FFF2-40B4-BE49-F238E27FC236}">
                <a16:creationId xmlns:a16="http://schemas.microsoft.com/office/drawing/2014/main" id="{94840A57-ED45-4577-A6C3-6E8A2A7C70FB}"/>
              </a:ext>
              <a:ext uri="{C183D7F6-B498-43B3-948B-1728B52AA6E4}">
                <adec:decorative xmlns="" xmlns:adec="http://schemas.microsoft.com/office/drawing/2017/decorative" val="1"/>
              </a:ext>
            </a:extLst>
          </p:cNvPr>
          <p:cNvGrpSpPr/>
          <p:nvPr userDrawn="1"/>
        </p:nvGrpSpPr>
        <p:grpSpPr>
          <a:xfrm>
            <a:off x="2982913" y="-574675"/>
            <a:ext cx="6216650" cy="1935163"/>
            <a:chOff x="2982913" y="-574675"/>
            <a:chExt cx="6216650" cy="1935163"/>
          </a:xfrm>
        </p:grpSpPr>
        <p:sp>
          <p:nvSpPr>
            <p:cNvPr id="8" name="折线：图 12">
              <a:extLst>
                <a:ext uri="{FF2B5EF4-FFF2-40B4-BE49-F238E27FC236}">
                  <a16:creationId xmlns:a16="http://schemas.microsoft.com/office/drawing/2014/main" id="{27C19608-955E-4979-AAD7-534C5FF661F9}"/>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9" name="折线：图 17">
              <a:extLst>
                <a:ext uri="{FF2B5EF4-FFF2-40B4-BE49-F238E27FC236}">
                  <a16:creationId xmlns:a16="http://schemas.microsoft.com/office/drawing/2014/main" id="{C85D7CDD-3B0F-4F6C-B050-0F2EF4B0E137}"/>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0" name="折线：图 15">
              <a:extLst>
                <a:ext uri="{FF2B5EF4-FFF2-40B4-BE49-F238E27FC236}">
                  <a16:creationId xmlns:a16="http://schemas.microsoft.com/office/drawing/2014/main" id="{F8689B7A-BE55-4367-ADC4-58EB6E53AE87}"/>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1" name="折线：图 10">
              <a:extLst>
                <a:ext uri="{FF2B5EF4-FFF2-40B4-BE49-F238E27FC236}">
                  <a16:creationId xmlns:a16="http://schemas.microsoft.com/office/drawing/2014/main" id="{06BBD61C-5472-4664-A66C-D0C974BAD725}"/>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2" name="折线：图 13">
              <a:extLst>
                <a:ext uri="{FF2B5EF4-FFF2-40B4-BE49-F238E27FC236}">
                  <a16:creationId xmlns:a16="http://schemas.microsoft.com/office/drawing/2014/main" id="{91B6E204-0BE4-463C-911E-AF3938617FD7}"/>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sp>
        <p:nvSpPr>
          <p:cNvPr id="2" name="标题 1">
            <a:extLst>
              <a:ext uri="{FF2B5EF4-FFF2-40B4-BE49-F238E27FC236}">
                <a16:creationId xmlns:a16="http://schemas.microsoft.com/office/drawing/2014/main" id="{2B695D73-111F-4E0A-B3EC-AD44D89CAD6D}"/>
              </a:ext>
            </a:extLst>
          </p:cNvPr>
          <p:cNvSpPr>
            <a:spLocks noGrp="1"/>
          </p:cNvSpPr>
          <p:nvPr>
            <p:ph type="ctrTitle"/>
          </p:nvPr>
        </p:nvSpPr>
        <p:spPr>
          <a:xfrm>
            <a:off x="1524000" y="1255713"/>
            <a:ext cx="9144000" cy="2387600"/>
          </a:xfrm>
          <a:prstGeom prst="rect">
            <a:avLst/>
          </a:prstGeom>
        </p:spPr>
        <p:txBody>
          <a:bodyPr rtlCol="0" anchor="b">
            <a:normAutofit/>
          </a:bodyPr>
          <a:lstStyle>
            <a:lvl1pPr algn="ctr">
              <a:defRPr sz="4800" baseline="0">
                <a:ea typeface="Microsoft YaHei UI" panose="020B0503020204020204" pitchFamily="34" charset="-122"/>
              </a:defRPr>
            </a:lvl1pPr>
          </a:lstStyle>
          <a:p>
            <a:pPr rtl="0"/>
            <a:r>
              <a:rPr lang="zh-CN" altLang="en-US" noProof="0" smtClean="0"/>
              <a:t>单击此处编辑母版标题样式</a:t>
            </a:r>
            <a:endParaRPr lang="zh-CN" altLang="en-US" noProof="0"/>
          </a:p>
        </p:txBody>
      </p:sp>
      <p:sp>
        <p:nvSpPr>
          <p:cNvPr id="3" name="副标题 2">
            <a:extLst>
              <a:ext uri="{FF2B5EF4-FFF2-40B4-BE49-F238E27FC236}">
                <a16:creationId xmlns:a16="http://schemas.microsoft.com/office/drawing/2014/main" id="{AF7F8827-A587-420C-8CA2-256B9F2B7C77}"/>
              </a:ext>
            </a:extLst>
          </p:cNvPr>
          <p:cNvSpPr>
            <a:spLocks noGrp="1"/>
          </p:cNvSpPr>
          <p:nvPr>
            <p:ph type="subTitle" idx="1" hasCustomPrompt="1"/>
          </p:nvPr>
        </p:nvSpPr>
        <p:spPr>
          <a:xfrm>
            <a:off x="1524000" y="3602038"/>
            <a:ext cx="9144000" cy="1655762"/>
          </a:xfrm>
        </p:spPr>
        <p:txBody>
          <a:bodyPr rtlCol="0">
            <a:normAutofit/>
          </a:bodyPr>
          <a:lstStyle>
            <a:lvl1pPr marL="0" indent="0" algn="ctr">
              <a:buNone/>
              <a:defRPr sz="2000" baseline="0">
                <a:ea typeface="Microsoft YaHei U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p>
        </p:txBody>
      </p:sp>
      <p:pic>
        <p:nvPicPr>
          <p:cNvPr id="13" name="图片 12" descr="PowerPoint 徽标">
            <a:extLst>
              <a:ext uri="{FF2B5EF4-FFF2-40B4-BE49-F238E27FC236}">
                <a16:creationId xmlns:a16="http://schemas.microsoft.com/office/drawing/2014/main" id="{0B454357-A4CF-4E5F-ACBE-F010393AB83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376590" y="5776320"/>
            <a:ext cx="2474189" cy="822960"/>
          </a:xfrm>
          <a:prstGeom prst="rect">
            <a:avLst/>
          </a:prstGeom>
        </p:spPr>
      </p:pic>
    </p:spTree>
    <p:extLst>
      <p:ext uri="{BB962C8B-B14F-4D97-AF65-F5344CB8AC3E}">
        <p14:creationId xmlns:p14="http://schemas.microsoft.com/office/powerpoint/2010/main" val="40289337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1E15F3-6153-4920-9215-37FB6FEE6242}"/>
              </a:ext>
            </a:extLst>
          </p:cNvPr>
          <p:cNvSpPr>
            <a:spLocks noGrp="1"/>
          </p:cNvSpPr>
          <p:nvPr>
            <p:ph type="title"/>
          </p:nvPr>
        </p:nvSpPr>
        <p:spPr>
          <a:xfrm>
            <a:off x="838200" y="365125"/>
            <a:ext cx="10515600" cy="1325563"/>
          </a:xfrm>
          <a:prstGeom prst="rect">
            <a:avLst/>
          </a:prstGeom>
        </p:spPr>
        <p:txBody>
          <a:bodyPr rtlCol="0"/>
          <a:lstStyle/>
          <a:p>
            <a:pPr rtl="0"/>
            <a:r>
              <a:rPr lang="zh-CN" altLang="en-US" noProof="0" smtClean="0"/>
              <a:t>单击此处编辑母版标题样式</a:t>
            </a:r>
            <a:endParaRPr lang="zh-CN" altLang="en-US" noProof="0"/>
          </a:p>
        </p:txBody>
      </p:sp>
      <p:sp>
        <p:nvSpPr>
          <p:cNvPr id="3" name="内容占位符 2">
            <a:extLst>
              <a:ext uri="{FF2B5EF4-FFF2-40B4-BE49-F238E27FC236}">
                <a16:creationId xmlns:a16="http://schemas.microsoft.com/office/drawing/2014/main" id="{B7773680-9C95-4B11-A93A-964E768D4822}"/>
              </a:ext>
            </a:extLst>
          </p:cNvPr>
          <p:cNvSpPr>
            <a:spLocks noGrp="1"/>
          </p:cNvSpPr>
          <p:nvPr>
            <p:ph idx="1" hasCustomPrompt="1"/>
          </p:nvPr>
        </p:nvSpPr>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a:extLst>
              <a:ext uri="{FF2B5EF4-FFF2-40B4-BE49-F238E27FC236}">
                <a16:creationId xmlns:a16="http://schemas.microsoft.com/office/drawing/2014/main" id="{A1230B09-428D-49DB-A70F-9B5D5B643155}"/>
              </a:ext>
            </a:extLst>
          </p:cNvPr>
          <p:cNvSpPr>
            <a:spLocks noGrp="1"/>
          </p:cNvSpPr>
          <p:nvPr>
            <p:ph type="dt" sz="half" idx="10"/>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A19428A7-641B-481A-98A5-2BDC8CEBCF53}" type="datetime1">
              <a:rPr kumimoji="0" lang="zh-CN" altLang="en-US"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2024/10/20</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5" name="页脚占位符 4">
            <a:extLst>
              <a:ext uri="{FF2B5EF4-FFF2-40B4-BE49-F238E27FC236}">
                <a16:creationId xmlns:a16="http://schemas.microsoft.com/office/drawing/2014/main" id="{C61014F3-CC9D-4417-A30E-980283F40426}"/>
              </a:ext>
            </a:extLst>
          </p:cNvPr>
          <p:cNvSpPr>
            <a:spLocks noGrp="1"/>
          </p:cNvSpPr>
          <p:nvPr>
            <p:ph type="ftr" sz="quarter" idx="11"/>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6" name="灯片编号占位符 5">
            <a:extLst>
              <a:ext uri="{FF2B5EF4-FFF2-40B4-BE49-F238E27FC236}">
                <a16:creationId xmlns:a16="http://schemas.microsoft.com/office/drawing/2014/main" id="{FFDA1EAA-1E73-4FD7-A64E-3954838305E9}"/>
              </a:ext>
            </a:extLst>
          </p:cNvPr>
          <p:cNvSpPr>
            <a:spLocks noGrp="1"/>
          </p:cNvSpPr>
          <p:nvPr>
            <p:ph type="sldNum" sz="quarter" idx="12"/>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E2537C2E-C92C-4AC8-B017-4CD647E6EBF4}" type="slidenum">
              <a:rPr kumimoji="0" lang="en-US" altLang="zh-CN"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36101131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8DC432-3ED5-4249-A6F4-B401195E7252}"/>
              </a:ext>
            </a:extLst>
          </p:cNvPr>
          <p:cNvSpPr>
            <a:spLocks noGrp="1"/>
          </p:cNvSpPr>
          <p:nvPr>
            <p:ph type="title"/>
          </p:nvPr>
        </p:nvSpPr>
        <p:spPr>
          <a:xfrm>
            <a:off x="831850" y="1709738"/>
            <a:ext cx="10515600" cy="2852737"/>
          </a:xfrm>
          <a:prstGeom prst="rect">
            <a:avLst/>
          </a:prstGeom>
        </p:spPr>
        <p:txBody>
          <a:bodyPr rtlCol="0" anchor="b"/>
          <a:lstStyle>
            <a:lvl1pPr>
              <a:defRPr sz="6000"/>
            </a:lvl1pPr>
          </a:lstStyle>
          <a:p>
            <a:pPr rtl="0"/>
            <a:r>
              <a:rPr lang="zh-CN" altLang="en-US" noProof="0" smtClean="0"/>
              <a:t>单击此处编辑母版标题样式</a:t>
            </a:r>
            <a:endParaRPr lang="zh-CN" altLang="en-US" noProof="0"/>
          </a:p>
        </p:txBody>
      </p:sp>
      <p:sp>
        <p:nvSpPr>
          <p:cNvPr id="3" name="文本占位符 2">
            <a:extLst>
              <a:ext uri="{FF2B5EF4-FFF2-40B4-BE49-F238E27FC236}">
                <a16:creationId xmlns:a16="http://schemas.microsoft.com/office/drawing/2014/main" id="{AB5DB306-4D71-45DD-8F3E-4BA097C0E9D3}"/>
              </a:ext>
            </a:extLst>
          </p:cNvPr>
          <p:cNvSpPr>
            <a:spLocks noGrp="1"/>
          </p:cNvSpPr>
          <p:nvPr>
            <p:ph type="body" idx="1" hasCustomPrompt="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编辑母版文本样式</a:t>
            </a:r>
          </a:p>
        </p:txBody>
      </p:sp>
      <p:sp>
        <p:nvSpPr>
          <p:cNvPr id="4" name="日期占位符 3">
            <a:extLst>
              <a:ext uri="{FF2B5EF4-FFF2-40B4-BE49-F238E27FC236}">
                <a16:creationId xmlns:a16="http://schemas.microsoft.com/office/drawing/2014/main" id="{E1E781BC-C016-4DDC-B809-DEFFF125F0C5}"/>
              </a:ext>
            </a:extLst>
          </p:cNvPr>
          <p:cNvSpPr>
            <a:spLocks noGrp="1"/>
          </p:cNvSpPr>
          <p:nvPr>
            <p:ph type="dt" sz="half" idx="10"/>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AF47C60C-6AA4-40DA-9619-378A2908CEA9}" type="datetime1">
              <a:rPr kumimoji="0" lang="zh-CN" altLang="en-US"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2024/10/20</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5" name="页脚占位符 4">
            <a:extLst>
              <a:ext uri="{FF2B5EF4-FFF2-40B4-BE49-F238E27FC236}">
                <a16:creationId xmlns:a16="http://schemas.microsoft.com/office/drawing/2014/main" id="{AAAEDCB5-3A50-4889-A2E3-EF35E63BC584}"/>
              </a:ext>
            </a:extLst>
          </p:cNvPr>
          <p:cNvSpPr>
            <a:spLocks noGrp="1"/>
          </p:cNvSpPr>
          <p:nvPr>
            <p:ph type="ftr" sz="quarter" idx="11"/>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6" name="灯片编号占位符 5">
            <a:extLst>
              <a:ext uri="{FF2B5EF4-FFF2-40B4-BE49-F238E27FC236}">
                <a16:creationId xmlns:a16="http://schemas.microsoft.com/office/drawing/2014/main" id="{97E403CA-B97A-47FF-9E5A-713E611BFA81}"/>
              </a:ext>
            </a:extLst>
          </p:cNvPr>
          <p:cNvSpPr>
            <a:spLocks noGrp="1"/>
          </p:cNvSpPr>
          <p:nvPr>
            <p:ph type="sldNum" sz="quarter" idx="12"/>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E2537C2E-C92C-4AC8-B017-4CD647E6EBF4}" type="slidenum">
              <a:rPr kumimoji="0" lang="en-US" altLang="zh-CN"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23777091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76BCCB-3456-4052-A4E4-EA266DD58355}"/>
              </a:ext>
            </a:extLst>
          </p:cNvPr>
          <p:cNvSpPr>
            <a:spLocks noGrp="1"/>
          </p:cNvSpPr>
          <p:nvPr>
            <p:ph type="title"/>
          </p:nvPr>
        </p:nvSpPr>
        <p:spPr>
          <a:xfrm>
            <a:off x="838200" y="365125"/>
            <a:ext cx="10515600" cy="1325563"/>
          </a:xfrm>
          <a:prstGeom prst="rect">
            <a:avLst/>
          </a:prstGeom>
        </p:spPr>
        <p:txBody>
          <a:bodyPr rtlCol="0"/>
          <a:lstStyle/>
          <a:p>
            <a:pPr rtl="0"/>
            <a:r>
              <a:rPr lang="zh-CN" altLang="en-US" noProof="0" smtClean="0"/>
              <a:t>单击此处编辑母版标题样式</a:t>
            </a:r>
            <a:endParaRPr lang="zh-CN" altLang="en-US" noProof="0"/>
          </a:p>
        </p:txBody>
      </p:sp>
      <p:sp>
        <p:nvSpPr>
          <p:cNvPr id="3" name="内容占位符 2">
            <a:extLst>
              <a:ext uri="{FF2B5EF4-FFF2-40B4-BE49-F238E27FC236}">
                <a16:creationId xmlns:a16="http://schemas.microsoft.com/office/drawing/2014/main" id="{D618EE68-9DBE-4064-9EFE-6831F07C8EB2}"/>
              </a:ext>
            </a:extLst>
          </p:cNvPr>
          <p:cNvSpPr>
            <a:spLocks noGrp="1"/>
          </p:cNvSpPr>
          <p:nvPr>
            <p:ph sz="half" idx="1" hasCustomPrompt="1"/>
          </p:nvPr>
        </p:nvSpPr>
        <p:spPr>
          <a:xfrm>
            <a:off x="838200" y="1825625"/>
            <a:ext cx="5181600" cy="4351338"/>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内容占位符 3">
            <a:extLst>
              <a:ext uri="{FF2B5EF4-FFF2-40B4-BE49-F238E27FC236}">
                <a16:creationId xmlns:a16="http://schemas.microsoft.com/office/drawing/2014/main" id="{5A9FC4AA-0528-44A7-A668-82566CA656FD}"/>
              </a:ext>
            </a:extLst>
          </p:cNvPr>
          <p:cNvSpPr>
            <a:spLocks noGrp="1"/>
          </p:cNvSpPr>
          <p:nvPr>
            <p:ph sz="half" idx="2" hasCustomPrompt="1"/>
          </p:nvPr>
        </p:nvSpPr>
        <p:spPr>
          <a:xfrm>
            <a:off x="6172200" y="1825625"/>
            <a:ext cx="5181600" cy="4351338"/>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日期占位符 4">
            <a:extLst>
              <a:ext uri="{FF2B5EF4-FFF2-40B4-BE49-F238E27FC236}">
                <a16:creationId xmlns:a16="http://schemas.microsoft.com/office/drawing/2014/main" id="{9B95E6DA-294A-4BA2-9D6D-4FB5D9120078}"/>
              </a:ext>
            </a:extLst>
          </p:cNvPr>
          <p:cNvSpPr>
            <a:spLocks noGrp="1"/>
          </p:cNvSpPr>
          <p:nvPr>
            <p:ph type="dt" sz="half" idx="10"/>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DE377316-4576-499B-B511-359753A06FD0}" type="datetime1">
              <a:rPr kumimoji="0" lang="zh-CN" altLang="en-US"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2024/10/20</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6" name="页脚占位符 5">
            <a:extLst>
              <a:ext uri="{FF2B5EF4-FFF2-40B4-BE49-F238E27FC236}">
                <a16:creationId xmlns:a16="http://schemas.microsoft.com/office/drawing/2014/main" id="{25B14D15-996B-4F82-86E9-1CB9B772BDCA}"/>
              </a:ext>
            </a:extLst>
          </p:cNvPr>
          <p:cNvSpPr>
            <a:spLocks noGrp="1"/>
          </p:cNvSpPr>
          <p:nvPr>
            <p:ph type="ftr" sz="quarter" idx="11"/>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7" name="灯片编号占位符 6">
            <a:extLst>
              <a:ext uri="{FF2B5EF4-FFF2-40B4-BE49-F238E27FC236}">
                <a16:creationId xmlns:a16="http://schemas.microsoft.com/office/drawing/2014/main" id="{527D4331-BD36-4470-BD66-88E877C0E989}"/>
              </a:ext>
            </a:extLst>
          </p:cNvPr>
          <p:cNvSpPr>
            <a:spLocks noGrp="1"/>
          </p:cNvSpPr>
          <p:nvPr>
            <p:ph type="sldNum" sz="quarter" idx="12"/>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E2537C2E-C92C-4AC8-B017-4CD647E6EBF4}" type="slidenum">
              <a:rPr kumimoji="0" lang="en-US" altLang="zh-CN"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21189681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1541A4-ADE5-467D-98FD-BC676FB645F6}"/>
              </a:ext>
            </a:extLst>
          </p:cNvPr>
          <p:cNvSpPr>
            <a:spLocks noGrp="1"/>
          </p:cNvSpPr>
          <p:nvPr>
            <p:ph type="title"/>
          </p:nvPr>
        </p:nvSpPr>
        <p:spPr>
          <a:xfrm>
            <a:off x="839788" y="365125"/>
            <a:ext cx="10515600" cy="1325563"/>
          </a:xfrm>
          <a:prstGeom prst="rect">
            <a:avLst/>
          </a:prstGeom>
        </p:spPr>
        <p:txBody>
          <a:bodyPr rtlCol="0"/>
          <a:lstStyle/>
          <a:p>
            <a:pPr rtl="0"/>
            <a:r>
              <a:rPr lang="zh-CN" altLang="en-US" noProof="0" smtClean="0"/>
              <a:t>单击此处编辑母版标题样式</a:t>
            </a:r>
            <a:endParaRPr lang="zh-CN" altLang="en-US" noProof="0"/>
          </a:p>
        </p:txBody>
      </p:sp>
      <p:sp>
        <p:nvSpPr>
          <p:cNvPr id="3" name="文本占位符 2">
            <a:extLst>
              <a:ext uri="{FF2B5EF4-FFF2-40B4-BE49-F238E27FC236}">
                <a16:creationId xmlns:a16="http://schemas.microsoft.com/office/drawing/2014/main" id="{F44C8244-8B7F-44F3-B790-7BF369A5D771}"/>
              </a:ext>
            </a:extLst>
          </p:cNvPr>
          <p:cNvSpPr>
            <a:spLocks noGrp="1"/>
          </p:cNvSpPr>
          <p:nvPr>
            <p:ph type="body" idx="1" hasCustomPrompt="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4" name="内容占位符 3">
            <a:extLst>
              <a:ext uri="{FF2B5EF4-FFF2-40B4-BE49-F238E27FC236}">
                <a16:creationId xmlns:a16="http://schemas.microsoft.com/office/drawing/2014/main" id="{58D953E4-37A4-4867-87B9-7AFE9A91BE44}"/>
              </a:ext>
            </a:extLst>
          </p:cNvPr>
          <p:cNvSpPr>
            <a:spLocks noGrp="1"/>
          </p:cNvSpPr>
          <p:nvPr>
            <p:ph sz="half" idx="2" hasCustomPrompt="1"/>
          </p:nvPr>
        </p:nvSpPr>
        <p:spPr>
          <a:xfrm>
            <a:off x="839788" y="2505075"/>
            <a:ext cx="5157787" cy="3684588"/>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文本占位符 4">
            <a:extLst>
              <a:ext uri="{FF2B5EF4-FFF2-40B4-BE49-F238E27FC236}">
                <a16:creationId xmlns:a16="http://schemas.microsoft.com/office/drawing/2014/main" id="{6FB24DA5-4DCA-4576-91E1-99C3DB97B816}"/>
              </a:ext>
            </a:extLst>
          </p:cNvPr>
          <p:cNvSpPr>
            <a:spLocks noGrp="1"/>
          </p:cNvSpPr>
          <p:nvPr>
            <p:ph type="body" sz="quarter" idx="3" hasCustomPrompt="1"/>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6" name="内容占位符 5">
            <a:extLst>
              <a:ext uri="{FF2B5EF4-FFF2-40B4-BE49-F238E27FC236}">
                <a16:creationId xmlns:a16="http://schemas.microsoft.com/office/drawing/2014/main" id="{1E4C1378-E382-4AA3-BAB8-83E617AB484B}"/>
              </a:ext>
            </a:extLst>
          </p:cNvPr>
          <p:cNvSpPr>
            <a:spLocks noGrp="1"/>
          </p:cNvSpPr>
          <p:nvPr>
            <p:ph sz="quarter" idx="4" hasCustomPrompt="1"/>
          </p:nvPr>
        </p:nvSpPr>
        <p:spPr>
          <a:xfrm>
            <a:off x="6172200" y="2505075"/>
            <a:ext cx="5183188" cy="3684588"/>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7" name="日期占位符 6">
            <a:extLst>
              <a:ext uri="{FF2B5EF4-FFF2-40B4-BE49-F238E27FC236}">
                <a16:creationId xmlns:a16="http://schemas.microsoft.com/office/drawing/2014/main" id="{786E27DF-9480-4360-86F9-51F40AC7C758}"/>
              </a:ext>
            </a:extLst>
          </p:cNvPr>
          <p:cNvSpPr>
            <a:spLocks noGrp="1"/>
          </p:cNvSpPr>
          <p:nvPr>
            <p:ph type="dt" sz="half" idx="10"/>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4ED2CA0-D36A-4E8D-933E-B8A9D300D965}" type="datetime1">
              <a:rPr kumimoji="0" lang="zh-CN" altLang="en-US"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2024/10/20</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8" name="页脚占位符 7">
            <a:extLst>
              <a:ext uri="{FF2B5EF4-FFF2-40B4-BE49-F238E27FC236}">
                <a16:creationId xmlns:a16="http://schemas.microsoft.com/office/drawing/2014/main" id="{8FEF10D3-8F6F-4F83-9883-BC1C71C91D8D}"/>
              </a:ext>
            </a:extLst>
          </p:cNvPr>
          <p:cNvSpPr>
            <a:spLocks noGrp="1"/>
          </p:cNvSpPr>
          <p:nvPr>
            <p:ph type="ftr" sz="quarter" idx="11"/>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9" name="灯片编号占位符 8">
            <a:extLst>
              <a:ext uri="{FF2B5EF4-FFF2-40B4-BE49-F238E27FC236}">
                <a16:creationId xmlns:a16="http://schemas.microsoft.com/office/drawing/2014/main" id="{88898A3E-09E5-4135-B474-7F1AAA0A456D}"/>
              </a:ext>
            </a:extLst>
          </p:cNvPr>
          <p:cNvSpPr>
            <a:spLocks noGrp="1"/>
          </p:cNvSpPr>
          <p:nvPr>
            <p:ph type="sldNum" sz="quarter" idx="12"/>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E2537C2E-C92C-4AC8-B017-4CD647E6EBF4}" type="slidenum">
              <a:rPr kumimoji="0" lang="en-US" altLang="zh-CN"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18746721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grpSp>
        <p:nvGrpSpPr>
          <p:cNvPr id="6" name="组 5">
            <a:extLst>
              <a:ext uri="{FF2B5EF4-FFF2-40B4-BE49-F238E27FC236}">
                <a16:creationId xmlns:a16="http://schemas.microsoft.com/office/drawing/2014/main" id="{C0DA365B-2628-4BCE-9E67-2F0D16C47BD3}"/>
              </a:ext>
            </a:extLst>
          </p:cNvPr>
          <p:cNvGrpSpPr/>
          <p:nvPr userDrawn="1"/>
        </p:nvGrpSpPr>
        <p:grpSpPr>
          <a:xfrm>
            <a:off x="2982913" y="-574675"/>
            <a:ext cx="6216650" cy="1935163"/>
            <a:chOff x="2982913" y="-574675"/>
            <a:chExt cx="6216650" cy="1935163"/>
          </a:xfrm>
        </p:grpSpPr>
        <p:sp>
          <p:nvSpPr>
            <p:cNvPr id="7" name="折线：图 12">
              <a:extLst>
                <a:ext uri="{FF2B5EF4-FFF2-40B4-BE49-F238E27FC236}">
                  <a16:creationId xmlns:a16="http://schemas.microsoft.com/office/drawing/2014/main" id="{1F2267F0-4480-4BD7-BD96-BEF5488A1F5E}"/>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8" name="折线：图 17">
              <a:extLst>
                <a:ext uri="{FF2B5EF4-FFF2-40B4-BE49-F238E27FC236}">
                  <a16:creationId xmlns:a16="http://schemas.microsoft.com/office/drawing/2014/main" id="{76B36DBC-DC07-4F87-90B2-0249EC01293E}"/>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9" name="折线：图 15">
              <a:extLst>
                <a:ext uri="{FF2B5EF4-FFF2-40B4-BE49-F238E27FC236}">
                  <a16:creationId xmlns:a16="http://schemas.microsoft.com/office/drawing/2014/main" id="{16D55E62-E1AE-4B3D-A734-C19E272D1572}"/>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0" name="折线：图 10">
              <a:extLst>
                <a:ext uri="{FF2B5EF4-FFF2-40B4-BE49-F238E27FC236}">
                  <a16:creationId xmlns:a16="http://schemas.microsoft.com/office/drawing/2014/main" id="{65A6F525-77E9-4B88-8E70-21DBA057EA63}"/>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1" name="折线：图 13">
              <a:extLst>
                <a:ext uri="{FF2B5EF4-FFF2-40B4-BE49-F238E27FC236}">
                  <a16:creationId xmlns:a16="http://schemas.microsoft.com/office/drawing/2014/main" id="{ACD258A8-5300-4D12-968F-5FEBDC16AE29}"/>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grpSp>
        <p:nvGrpSpPr>
          <p:cNvPr id="12" name="组 11">
            <a:extLst>
              <a:ext uri="{FF2B5EF4-FFF2-40B4-BE49-F238E27FC236}">
                <a16:creationId xmlns:a16="http://schemas.microsoft.com/office/drawing/2014/main" id="{E039D421-3580-462F-85CF-DD9732A68A94}"/>
              </a:ext>
            </a:extLst>
          </p:cNvPr>
          <p:cNvGrpSpPr/>
          <p:nvPr userDrawn="1"/>
        </p:nvGrpSpPr>
        <p:grpSpPr>
          <a:xfrm>
            <a:off x="533563" y="1885850"/>
            <a:ext cx="211015" cy="4944470"/>
            <a:chOff x="533563" y="1885850"/>
            <a:chExt cx="211015" cy="4944470"/>
          </a:xfrm>
        </p:grpSpPr>
        <p:cxnSp>
          <p:nvCxnSpPr>
            <p:cNvPr id="13" name="直接连接符​​ 24">
              <a:extLst>
                <a:ext uri="{FF2B5EF4-FFF2-40B4-BE49-F238E27FC236}">
                  <a16:creationId xmlns:a16="http://schemas.microsoft.com/office/drawing/2014/main" id="{DE8E9744-8CDB-421C-962A-44A5120AF055}"/>
                </a:ext>
              </a:extLst>
            </p:cNvPr>
            <p:cNvCxnSpPr>
              <a:cxnSpLocks/>
            </p:cNvCxnSpPr>
            <p:nvPr/>
          </p:nvCxnSpPr>
          <p:spPr>
            <a:xfrm>
              <a:off x="628962" y="1970320"/>
              <a:ext cx="0" cy="4860000"/>
            </a:xfrm>
            <a:prstGeom prst="line">
              <a:avLst/>
            </a:prstGeom>
            <a:ln w="28575">
              <a:solidFill>
                <a:srgbClr val="9F361D"/>
              </a:solidFill>
            </a:ln>
          </p:spPr>
          <p:style>
            <a:lnRef idx="1">
              <a:schemeClr val="accent1"/>
            </a:lnRef>
            <a:fillRef idx="0">
              <a:schemeClr val="accent1"/>
            </a:fillRef>
            <a:effectRef idx="0">
              <a:schemeClr val="accent1"/>
            </a:effectRef>
            <a:fontRef idx="minor">
              <a:schemeClr val="tx1"/>
            </a:fontRef>
          </p:style>
        </p:cxnSp>
        <p:sp>
          <p:nvSpPr>
            <p:cNvPr id="14" name="椭圆形 25">
              <a:extLst>
                <a:ext uri="{FF2B5EF4-FFF2-40B4-BE49-F238E27FC236}">
                  <a16:creationId xmlns:a16="http://schemas.microsoft.com/office/drawing/2014/main" id="{C8931D30-63ED-42E9-BEDB-9DAED42116D2}"/>
                </a:ext>
              </a:extLst>
            </p:cNvPr>
            <p:cNvSpPr/>
            <p:nvPr/>
          </p:nvSpPr>
          <p:spPr>
            <a:xfrm>
              <a:off x="533563" y="1885850"/>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sp>
        <p:nvSpPr>
          <p:cNvPr id="15" name="标题 14">
            <a:extLst>
              <a:ext uri="{FF2B5EF4-FFF2-40B4-BE49-F238E27FC236}">
                <a16:creationId xmlns:a16="http://schemas.microsoft.com/office/drawing/2014/main" id="{45EEAC38-1AB2-4532-9A19-2A4A9572548D}"/>
              </a:ext>
            </a:extLst>
          </p:cNvPr>
          <p:cNvSpPr>
            <a:spLocks noGrp="1"/>
          </p:cNvSpPr>
          <p:nvPr>
            <p:ph type="title"/>
          </p:nvPr>
        </p:nvSpPr>
        <p:spPr/>
        <p:txBody>
          <a:bodyPr rtlCol="0"/>
          <a:lstStyle>
            <a:lvl1pPr>
              <a:defRPr baseline="0">
                <a:ea typeface="Microsoft YaHei UI" panose="020B0503020204020204" pitchFamily="34" charset="-122"/>
              </a:defRPr>
            </a:lvl1pPr>
          </a:lstStyle>
          <a:p>
            <a:pPr rtl="0"/>
            <a:r>
              <a:rPr lang="zh-CN" altLang="en-US" noProof="0" smtClean="0"/>
              <a:t>单击此处编辑母版标题样式</a:t>
            </a:r>
            <a:endParaRPr lang="zh-CN" altLang="en-US" noProof="0"/>
          </a:p>
        </p:txBody>
      </p:sp>
    </p:spTree>
    <p:extLst>
      <p:ext uri="{BB962C8B-B14F-4D97-AF65-F5344CB8AC3E}">
        <p14:creationId xmlns:p14="http://schemas.microsoft.com/office/powerpoint/2010/main" val="184211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37103A1-DF4D-40E5-A136-6F81F519BAD6}"/>
              </a:ext>
              <a:ext uri="{C183D7F6-B498-43B3-948B-1728B52AA6E4}">
                <adec:decorative xmlns=""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284"/>
            <a:ext cx="12219634" cy="6850716"/>
          </a:xfrm>
          <a:prstGeom prst="rect">
            <a:avLst/>
          </a:prstGeom>
        </p:spPr>
      </p:pic>
      <p:sp>
        <p:nvSpPr>
          <p:cNvPr id="7" name="长方形 6">
            <a:extLst>
              <a:ext uri="{FF2B5EF4-FFF2-40B4-BE49-F238E27FC236}">
                <a16:creationId xmlns:a16="http://schemas.microsoft.com/office/drawing/2014/main" id="{18D119E2-27F0-4487-97B0-3946CF088773}"/>
              </a:ext>
              <a:ext uri="{C183D7F6-B498-43B3-948B-1728B52AA6E4}">
                <adec:decorative xmlns="" xmlns:adec="http://schemas.microsoft.com/office/drawing/2017/decorative" val="1"/>
              </a:ext>
            </a:extLst>
          </p:cNvPr>
          <p:cNvSpPr/>
          <p:nvPr userDrawn="1"/>
        </p:nvSpPr>
        <p:spPr>
          <a:xfrm>
            <a:off x="0" y="7284"/>
            <a:ext cx="12219634" cy="6858000"/>
          </a:xfrm>
          <a:prstGeom prst="rect">
            <a:avLst/>
          </a:prstGeom>
          <a:solidFill>
            <a:schemeClr val="tx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ZA"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nvGrpSpPr>
          <p:cNvPr id="9" name="组 8">
            <a:extLst>
              <a:ext uri="{FF2B5EF4-FFF2-40B4-BE49-F238E27FC236}">
                <a16:creationId xmlns:a16="http://schemas.microsoft.com/office/drawing/2014/main" id="{64590D09-FA3B-44CC-96EF-33D91DC4DD35}"/>
              </a:ext>
              <a:ext uri="{C183D7F6-B498-43B3-948B-1728B52AA6E4}">
                <adec:decorative xmlns="" xmlns:adec="http://schemas.microsoft.com/office/drawing/2017/decorative" val="1"/>
              </a:ext>
            </a:extLst>
          </p:cNvPr>
          <p:cNvGrpSpPr/>
          <p:nvPr userDrawn="1"/>
        </p:nvGrpSpPr>
        <p:grpSpPr>
          <a:xfrm>
            <a:off x="2982913" y="-574675"/>
            <a:ext cx="6216650" cy="1935163"/>
            <a:chOff x="2982913" y="-574675"/>
            <a:chExt cx="6216650" cy="1935163"/>
          </a:xfrm>
        </p:grpSpPr>
        <p:sp>
          <p:nvSpPr>
            <p:cNvPr id="10" name="折线：图 12">
              <a:extLst>
                <a:ext uri="{FF2B5EF4-FFF2-40B4-BE49-F238E27FC236}">
                  <a16:creationId xmlns:a16="http://schemas.microsoft.com/office/drawing/2014/main" id="{94A02721-97E9-46DF-B841-E96AA5D8407F}"/>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1" name="折线：图 17">
              <a:extLst>
                <a:ext uri="{FF2B5EF4-FFF2-40B4-BE49-F238E27FC236}">
                  <a16:creationId xmlns:a16="http://schemas.microsoft.com/office/drawing/2014/main" id="{9CBD4741-3905-4C18-AF83-7B2862B6B4D6}"/>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2" name="折线：图 15">
              <a:extLst>
                <a:ext uri="{FF2B5EF4-FFF2-40B4-BE49-F238E27FC236}">
                  <a16:creationId xmlns:a16="http://schemas.microsoft.com/office/drawing/2014/main" id="{9FFBF496-E52B-4CCD-A98B-DAD2A160B55C}"/>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3" name="折线：图 10">
              <a:extLst>
                <a:ext uri="{FF2B5EF4-FFF2-40B4-BE49-F238E27FC236}">
                  <a16:creationId xmlns:a16="http://schemas.microsoft.com/office/drawing/2014/main" id="{032D964C-FD06-4C06-B517-6D08BB5431EC}"/>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4" name="折线：图 13">
              <a:extLst>
                <a:ext uri="{FF2B5EF4-FFF2-40B4-BE49-F238E27FC236}">
                  <a16:creationId xmlns:a16="http://schemas.microsoft.com/office/drawing/2014/main" id="{4D920134-19B1-4459-9D8B-1166D2DBD703}"/>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grpSp>
        <p:nvGrpSpPr>
          <p:cNvPr id="16" name="组 15">
            <a:extLst>
              <a:ext uri="{FF2B5EF4-FFF2-40B4-BE49-F238E27FC236}">
                <a16:creationId xmlns:a16="http://schemas.microsoft.com/office/drawing/2014/main" id="{128083C5-58EB-4807-9B60-116294635AC3}"/>
              </a:ext>
              <a:ext uri="{C183D7F6-B498-43B3-948B-1728B52AA6E4}">
                <adec:decorative xmlns="" xmlns:adec="http://schemas.microsoft.com/office/drawing/2017/decorative" val="1"/>
              </a:ext>
            </a:extLst>
          </p:cNvPr>
          <p:cNvGrpSpPr/>
          <p:nvPr userDrawn="1"/>
        </p:nvGrpSpPr>
        <p:grpSpPr>
          <a:xfrm>
            <a:off x="533563" y="1733444"/>
            <a:ext cx="211015" cy="5117787"/>
            <a:chOff x="533563" y="1733444"/>
            <a:chExt cx="211015" cy="5117787"/>
          </a:xfrm>
        </p:grpSpPr>
        <p:cxnSp>
          <p:nvCxnSpPr>
            <p:cNvPr id="17" name="直接连接符​​ 24">
              <a:extLst>
                <a:ext uri="{FF2B5EF4-FFF2-40B4-BE49-F238E27FC236}">
                  <a16:creationId xmlns:a16="http://schemas.microsoft.com/office/drawing/2014/main" id="{DF34E1D4-A43E-4BE1-A890-D3ADB1CB4CAF}"/>
                </a:ext>
              </a:extLst>
            </p:cNvPr>
            <p:cNvCxnSpPr>
              <a:cxnSpLocks/>
            </p:cNvCxnSpPr>
            <p:nvPr/>
          </p:nvCxnSpPr>
          <p:spPr>
            <a:xfrm>
              <a:off x="628962" y="1883231"/>
              <a:ext cx="0" cy="4968000"/>
            </a:xfrm>
            <a:prstGeom prst="line">
              <a:avLst/>
            </a:prstGeom>
            <a:ln w="28575">
              <a:solidFill>
                <a:srgbClr val="9F361D"/>
              </a:solidFill>
            </a:ln>
          </p:spPr>
          <p:style>
            <a:lnRef idx="1">
              <a:schemeClr val="accent1"/>
            </a:lnRef>
            <a:fillRef idx="0">
              <a:schemeClr val="accent1"/>
            </a:fillRef>
            <a:effectRef idx="0">
              <a:schemeClr val="accent1"/>
            </a:effectRef>
            <a:fontRef idx="minor">
              <a:schemeClr val="tx1"/>
            </a:fontRef>
          </p:style>
        </p:cxnSp>
        <p:sp>
          <p:nvSpPr>
            <p:cNvPr id="18" name="椭圆形 25">
              <a:extLst>
                <a:ext uri="{FF2B5EF4-FFF2-40B4-BE49-F238E27FC236}">
                  <a16:creationId xmlns:a16="http://schemas.microsoft.com/office/drawing/2014/main" id="{C2281663-16EA-4AFF-9606-50708C41AEC6}"/>
                </a:ext>
              </a:extLst>
            </p:cNvPr>
            <p:cNvSpPr/>
            <p:nvPr/>
          </p:nvSpPr>
          <p:spPr>
            <a:xfrm>
              <a:off x="533563" y="1733444"/>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sp>
        <p:nvSpPr>
          <p:cNvPr id="19" name="标题 18">
            <a:extLst>
              <a:ext uri="{FF2B5EF4-FFF2-40B4-BE49-F238E27FC236}">
                <a16:creationId xmlns:a16="http://schemas.microsoft.com/office/drawing/2014/main" id="{905A2929-5718-4963-B98D-6EA11DCB8A24}"/>
              </a:ext>
            </a:extLst>
          </p:cNvPr>
          <p:cNvSpPr>
            <a:spLocks noGrp="1"/>
          </p:cNvSpPr>
          <p:nvPr>
            <p:ph type="title"/>
          </p:nvPr>
        </p:nvSpPr>
        <p:spPr/>
        <p:txBody>
          <a:bodyPr rtlCol="0"/>
          <a:lstStyle>
            <a:lvl1pPr>
              <a:defRPr baseline="0">
                <a:ea typeface="Microsoft YaHei UI" panose="020B0503020204020204" pitchFamily="34" charset="-122"/>
              </a:defRPr>
            </a:lvl1pPr>
          </a:lstStyle>
          <a:p>
            <a:pPr rtl="0"/>
            <a:r>
              <a:rPr lang="zh-CN" altLang="en-US" noProof="0" smtClean="0"/>
              <a:t>单击此处编辑母版标题样式</a:t>
            </a:r>
            <a:endParaRPr lang="zh-CN" altLang="en-US" noProof="0"/>
          </a:p>
        </p:txBody>
      </p:sp>
    </p:spTree>
    <p:extLst>
      <p:ext uri="{BB962C8B-B14F-4D97-AF65-F5344CB8AC3E}">
        <p14:creationId xmlns:p14="http://schemas.microsoft.com/office/powerpoint/2010/main" val="214880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仅标题 2">
    <p:spTree>
      <p:nvGrpSpPr>
        <p:cNvPr id="1" name=""/>
        <p:cNvGrpSpPr/>
        <p:nvPr/>
      </p:nvGrpSpPr>
      <p:grpSpPr>
        <a:xfrm>
          <a:off x="0" y="0"/>
          <a:ext cx="0" cy="0"/>
          <a:chOff x="0" y="0"/>
          <a:chExt cx="0" cy="0"/>
        </a:xfrm>
      </p:grpSpPr>
      <p:pic>
        <p:nvPicPr>
          <p:cNvPr id="30" name="图片 29" descr="包含室内、桌子的图片&#10;&#10;生成的置信度非常高的说明">
            <a:extLst>
              <a:ext uri="{FF2B5EF4-FFF2-40B4-BE49-F238E27FC236}">
                <a16:creationId xmlns:a16="http://schemas.microsoft.com/office/drawing/2014/main" id="{448817BC-829F-446B-8111-48BB9B967575}"/>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 y="0"/>
            <a:ext cx="12189665" cy="6858000"/>
          </a:xfrm>
          <a:prstGeom prst="rect">
            <a:avLst/>
          </a:prstGeom>
        </p:spPr>
      </p:pic>
      <p:sp>
        <p:nvSpPr>
          <p:cNvPr id="7" name="长方形 6">
            <a:extLst>
              <a:ext uri="{FF2B5EF4-FFF2-40B4-BE49-F238E27FC236}">
                <a16:creationId xmlns:a16="http://schemas.microsoft.com/office/drawing/2014/main" id="{18D119E2-27F0-4487-97B0-3946CF088773}"/>
              </a:ext>
              <a:ext uri="{C183D7F6-B498-43B3-948B-1728B52AA6E4}">
                <adec:decorative xmlns="" xmlns:adec="http://schemas.microsoft.com/office/drawing/2017/decorative" val="1"/>
              </a:ext>
            </a:extLst>
          </p:cNvPr>
          <p:cNvSpPr/>
          <p:nvPr userDrawn="1"/>
        </p:nvSpPr>
        <p:spPr>
          <a:xfrm>
            <a:off x="-29970" y="-23479"/>
            <a:ext cx="12219634" cy="6858000"/>
          </a:xfrm>
          <a:prstGeom prst="rect">
            <a:avLst/>
          </a:prstGeom>
          <a:solidFill>
            <a:schemeClr val="tx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ZA"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nvGrpSpPr>
          <p:cNvPr id="9" name="组 8">
            <a:extLst>
              <a:ext uri="{FF2B5EF4-FFF2-40B4-BE49-F238E27FC236}">
                <a16:creationId xmlns:a16="http://schemas.microsoft.com/office/drawing/2014/main" id="{64590D09-FA3B-44CC-96EF-33D91DC4DD35}"/>
              </a:ext>
              <a:ext uri="{C183D7F6-B498-43B3-948B-1728B52AA6E4}">
                <adec:decorative xmlns="" xmlns:adec="http://schemas.microsoft.com/office/drawing/2017/decorative" val="1"/>
              </a:ext>
            </a:extLst>
          </p:cNvPr>
          <p:cNvGrpSpPr/>
          <p:nvPr userDrawn="1"/>
        </p:nvGrpSpPr>
        <p:grpSpPr>
          <a:xfrm>
            <a:off x="2986506" y="-602457"/>
            <a:ext cx="6216650" cy="1935163"/>
            <a:chOff x="2982913" y="-574675"/>
            <a:chExt cx="6216650" cy="1935163"/>
          </a:xfrm>
        </p:grpSpPr>
        <p:sp>
          <p:nvSpPr>
            <p:cNvPr id="10" name="折线：图 12">
              <a:extLst>
                <a:ext uri="{FF2B5EF4-FFF2-40B4-BE49-F238E27FC236}">
                  <a16:creationId xmlns:a16="http://schemas.microsoft.com/office/drawing/2014/main" id="{94A02721-97E9-46DF-B841-E96AA5D8407F}"/>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1" name="折线：图 17">
              <a:extLst>
                <a:ext uri="{FF2B5EF4-FFF2-40B4-BE49-F238E27FC236}">
                  <a16:creationId xmlns:a16="http://schemas.microsoft.com/office/drawing/2014/main" id="{9CBD4741-3905-4C18-AF83-7B2862B6B4D6}"/>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2" name="折线：图 15">
              <a:extLst>
                <a:ext uri="{FF2B5EF4-FFF2-40B4-BE49-F238E27FC236}">
                  <a16:creationId xmlns:a16="http://schemas.microsoft.com/office/drawing/2014/main" id="{9FFBF496-E52B-4CCD-A98B-DAD2A160B55C}"/>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3" name="折线：图 10">
              <a:extLst>
                <a:ext uri="{FF2B5EF4-FFF2-40B4-BE49-F238E27FC236}">
                  <a16:creationId xmlns:a16="http://schemas.microsoft.com/office/drawing/2014/main" id="{032D964C-FD06-4C06-B517-6D08BB5431EC}"/>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4" name="折线：图 13">
              <a:extLst>
                <a:ext uri="{FF2B5EF4-FFF2-40B4-BE49-F238E27FC236}">
                  <a16:creationId xmlns:a16="http://schemas.microsoft.com/office/drawing/2014/main" id="{4D920134-19B1-4459-9D8B-1166D2DBD703}"/>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grpSp>
        <p:nvGrpSpPr>
          <p:cNvPr id="19" name="组 18">
            <a:extLst>
              <a:ext uri="{FF2B5EF4-FFF2-40B4-BE49-F238E27FC236}">
                <a16:creationId xmlns:a16="http://schemas.microsoft.com/office/drawing/2014/main" id="{BA435ADD-3DA5-488B-901F-80987E4C4D13}"/>
              </a:ext>
              <a:ext uri="{C183D7F6-B498-43B3-948B-1728B52AA6E4}">
                <adec:decorative xmlns="" xmlns:adec="http://schemas.microsoft.com/office/drawing/2017/decorative" val="1"/>
              </a:ext>
            </a:extLst>
          </p:cNvPr>
          <p:cNvGrpSpPr/>
          <p:nvPr userDrawn="1"/>
        </p:nvGrpSpPr>
        <p:grpSpPr>
          <a:xfrm>
            <a:off x="6664025" y="1985485"/>
            <a:ext cx="211015" cy="4880010"/>
            <a:chOff x="6664025" y="1985485"/>
            <a:chExt cx="211015" cy="4880010"/>
          </a:xfrm>
        </p:grpSpPr>
        <p:cxnSp>
          <p:nvCxnSpPr>
            <p:cNvPr id="20" name="直接连接符​​ 24">
              <a:extLst>
                <a:ext uri="{FF2B5EF4-FFF2-40B4-BE49-F238E27FC236}">
                  <a16:creationId xmlns:a16="http://schemas.microsoft.com/office/drawing/2014/main" id="{5204A592-8C68-4CFA-907A-F19D90792A93}"/>
                </a:ext>
              </a:extLst>
            </p:cNvPr>
            <p:cNvCxnSpPr>
              <a:cxnSpLocks/>
            </p:cNvCxnSpPr>
            <p:nvPr/>
          </p:nvCxnSpPr>
          <p:spPr>
            <a:xfrm>
              <a:off x="6768172" y="2113495"/>
              <a:ext cx="777" cy="4752000"/>
            </a:xfrm>
            <a:prstGeom prst="line">
              <a:avLst/>
            </a:prstGeom>
            <a:ln w="28575">
              <a:solidFill>
                <a:srgbClr val="9F361D"/>
              </a:solidFill>
            </a:ln>
          </p:spPr>
          <p:style>
            <a:lnRef idx="1">
              <a:schemeClr val="accent1"/>
            </a:lnRef>
            <a:fillRef idx="0">
              <a:schemeClr val="accent1"/>
            </a:fillRef>
            <a:effectRef idx="0">
              <a:schemeClr val="accent1"/>
            </a:effectRef>
            <a:fontRef idx="minor">
              <a:schemeClr val="tx1"/>
            </a:fontRef>
          </p:style>
        </p:cxnSp>
        <p:sp>
          <p:nvSpPr>
            <p:cNvPr id="21" name="椭圆形 25">
              <a:extLst>
                <a:ext uri="{FF2B5EF4-FFF2-40B4-BE49-F238E27FC236}">
                  <a16:creationId xmlns:a16="http://schemas.microsoft.com/office/drawing/2014/main" id="{28DD267A-7BED-4CDD-A8C6-BCB3BA7E115C}"/>
                </a:ext>
              </a:extLst>
            </p:cNvPr>
            <p:cNvSpPr/>
            <p:nvPr/>
          </p:nvSpPr>
          <p:spPr>
            <a:xfrm>
              <a:off x="6664025" y="1985485"/>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grpSp>
        <p:nvGrpSpPr>
          <p:cNvPr id="24" name="组 23">
            <a:extLst>
              <a:ext uri="{FF2B5EF4-FFF2-40B4-BE49-F238E27FC236}">
                <a16:creationId xmlns:a16="http://schemas.microsoft.com/office/drawing/2014/main" id="{C4A5DD35-8E86-48A0-9E99-EC32FE854506}"/>
              </a:ext>
              <a:ext uri="{C183D7F6-B498-43B3-948B-1728B52AA6E4}">
                <adec:decorative xmlns="" xmlns:adec="http://schemas.microsoft.com/office/drawing/2017/decorative" val="1"/>
              </a:ext>
            </a:extLst>
          </p:cNvPr>
          <p:cNvGrpSpPr/>
          <p:nvPr userDrawn="1"/>
        </p:nvGrpSpPr>
        <p:grpSpPr>
          <a:xfrm>
            <a:off x="513107" y="1983818"/>
            <a:ext cx="233210" cy="4850703"/>
            <a:chOff x="513107" y="1983818"/>
            <a:chExt cx="233210" cy="4850703"/>
          </a:xfrm>
        </p:grpSpPr>
        <p:grpSp>
          <p:nvGrpSpPr>
            <p:cNvPr id="25" name="组 24">
              <a:extLst>
                <a:ext uri="{FF2B5EF4-FFF2-40B4-BE49-F238E27FC236}">
                  <a16:creationId xmlns:a16="http://schemas.microsoft.com/office/drawing/2014/main" id="{242094EE-7AAD-4966-A387-46F52C1A3321}"/>
                </a:ext>
              </a:extLst>
            </p:cNvPr>
            <p:cNvGrpSpPr/>
            <p:nvPr/>
          </p:nvGrpSpPr>
          <p:grpSpPr>
            <a:xfrm>
              <a:off x="522677" y="1983818"/>
              <a:ext cx="211015" cy="4850703"/>
              <a:chOff x="522677" y="1983818"/>
              <a:chExt cx="211015" cy="4850703"/>
            </a:xfrm>
          </p:grpSpPr>
          <p:cxnSp>
            <p:nvCxnSpPr>
              <p:cNvPr id="28" name="直接连接符​​ 24">
                <a:extLst>
                  <a:ext uri="{FF2B5EF4-FFF2-40B4-BE49-F238E27FC236}">
                    <a16:creationId xmlns:a16="http://schemas.microsoft.com/office/drawing/2014/main" id="{F8A50289-0D7C-4CB6-B611-F1B59469F5EF}"/>
                  </a:ext>
                </a:extLst>
              </p:cNvPr>
              <p:cNvCxnSpPr>
                <a:cxnSpLocks/>
              </p:cNvCxnSpPr>
              <p:nvPr/>
            </p:nvCxnSpPr>
            <p:spPr>
              <a:xfrm>
                <a:off x="628962" y="2046521"/>
                <a:ext cx="0" cy="4788000"/>
              </a:xfrm>
              <a:prstGeom prst="line">
                <a:avLst/>
              </a:prstGeom>
              <a:ln w="28575">
                <a:solidFill>
                  <a:srgbClr val="9F361D"/>
                </a:solidFill>
              </a:ln>
            </p:spPr>
            <p:style>
              <a:lnRef idx="1">
                <a:schemeClr val="accent1"/>
              </a:lnRef>
              <a:fillRef idx="0">
                <a:schemeClr val="accent1"/>
              </a:fillRef>
              <a:effectRef idx="0">
                <a:schemeClr val="accent1"/>
              </a:effectRef>
              <a:fontRef idx="minor">
                <a:schemeClr val="tx1"/>
              </a:fontRef>
            </p:style>
          </p:cxnSp>
          <p:sp>
            <p:nvSpPr>
              <p:cNvPr id="29" name="椭圆形 25">
                <a:extLst>
                  <a:ext uri="{FF2B5EF4-FFF2-40B4-BE49-F238E27FC236}">
                    <a16:creationId xmlns:a16="http://schemas.microsoft.com/office/drawing/2014/main" id="{ED9778AE-B266-4533-AFF5-015D5DB95FAF}"/>
                  </a:ext>
                </a:extLst>
              </p:cNvPr>
              <p:cNvSpPr/>
              <p:nvPr/>
            </p:nvSpPr>
            <p:spPr>
              <a:xfrm>
                <a:off x="522677" y="1983818"/>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sp>
          <p:nvSpPr>
            <p:cNvPr id="26" name="椭圆形 25">
              <a:extLst>
                <a:ext uri="{FF2B5EF4-FFF2-40B4-BE49-F238E27FC236}">
                  <a16:creationId xmlns:a16="http://schemas.microsoft.com/office/drawing/2014/main" id="{B90273CC-5219-4CE8-80C8-BAD7F5A00FDA}"/>
                </a:ext>
              </a:extLst>
            </p:cNvPr>
            <p:cNvSpPr/>
            <p:nvPr/>
          </p:nvSpPr>
          <p:spPr>
            <a:xfrm>
              <a:off x="513107" y="3653972"/>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27" name="椭圆形 25">
              <a:extLst>
                <a:ext uri="{FF2B5EF4-FFF2-40B4-BE49-F238E27FC236}">
                  <a16:creationId xmlns:a16="http://schemas.microsoft.com/office/drawing/2014/main" id="{6362A1A3-959F-429A-959F-0A9201D7DD92}"/>
                </a:ext>
              </a:extLst>
            </p:cNvPr>
            <p:cNvSpPr/>
            <p:nvPr/>
          </p:nvSpPr>
          <p:spPr>
            <a:xfrm>
              <a:off x="535302" y="5365684"/>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sp>
        <p:nvSpPr>
          <p:cNvPr id="2" name="标题 1">
            <a:extLst>
              <a:ext uri="{FF2B5EF4-FFF2-40B4-BE49-F238E27FC236}">
                <a16:creationId xmlns:a16="http://schemas.microsoft.com/office/drawing/2014/main" id="{A185DC86-E263-4A34-85B6-3E9B74B807B7}"/>
              </a:ext>
            </a:extLst>
          </p:cNvPr>
          <p:cNvSpPr>
            <a:spLocks noGrp="1"/>
          </p:cNvSpPr>
          <p:nvPr>
            <p:ph type="title"/>
          </p:nvPr>
        </p:nvSpPr>
        <p:spPr/>
        <p:txBody>
          <a:bodyPr rtlCol="0"/>
          <a:lstStyle>
            <a:lvl1pPr>
              <a:defRPr baseline="0">
                <a:ea typeface="Microsoft YaHei UI" panose="020B0503020204020204" pitchFamily="34" charset="-122"/>
              </a:defRPr>
            </a:lvl1pPr>
          </a:lstStyle>
          <a:p>
            <a:pPr rtl="0"/>
            <a:r>
              <a:rPr lang="zh-CN" altLang="en-US" noProof="0" smtClean="0"/>
              <a:t>单击此处编辑母版标题样式</a:t>
            </a:r>
            <a:endParaRPr lang="zh-CN" altLang="en-US" noProof="0"/>
          </a:p>
        </p:txBody>
      </p:sp>
    </p:spTree>
    <p:extLst>
      <p:ext uri="{BB962C8B-B14F-4D97-AF65-F5344CB8AC3E}">
        <p14:creationId xmlns:p14="http://schemas.microsoft.com/office/powerpoint/2010/main" val="166826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标题 + 3">
    <p:spTree>
      <p:nvGrpSpPr>
        <p:cNvPr id="1" name=""/>
        <p:cNvGrpSpPr/>
        <p:nvPr/>
      </p:nvGrpSpPr>
      <p:grpSpPr>
        <a:xfrm>
          <a:off x="0" y="0"/>
          <a:ext cx="0" cy="0"/>
          <a:chOff x="0" y="0"/>
          <a:chExt cx="0" cy="0"/>
        </a:xfrm>
      </p:grpSpPr>
      <p:pic>
        <p:nvPicPr>
          <p:cNvPr id="12" name="图片占位符 2">
            <a:extLst>
              <a:ext uri="{FF2B5EF4-FFF2-40B4-BE49-F238E27FC236}">
                <a16:creationId xmlns:a16="http://schemas.microsoft.com/office/drawing/2014/main" id="{97FF772A-2519-497D-8276-4E705BD222E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2580374" y="0"/>
            <a:ext cx="9611625" cy="6858000"/>
          </a:xfrm>
          <a:prstGeom prst="rect">
            <a:avLst/>
          </a:prstGeom>
        </p:spPr>
      </p:pic>
      <p:sp>
        <p:nvSpPr>
          <p:cNvPr id="14" name="长方形 50">
            <a:extLst>
              <a:ext uri="{FF2B5EF4-FFF2-40B4-BE49-F238E27FC236}">
                <a16:creationId xmlns:a16="http://schemas.microsoft.com/office/drawing/2014/main" id="{C1EA4F75-7A14-4E4E-A3B8-54293D94FFEA}"/>
              </a:ext>
            </a:extLst>
          </p:cNvPr>
          <p:cNvSpPr/>
          <p:nvPr userDrawn="1"/>
        </p:nvSpPr>
        <p:spPr>
          <a:xfrm>
            <a:off x="2580374" y="-2381"/>
            <a:ext cx="9611628" cy="6858000"/>
          </a:xfrm>
          <a:prstGeom prst="rect">
            <a:avLst/>
          </a:prstGeom>
          <a:solidFill>
            <a:schemeClr val="tx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nvGrpSpPr>
          <p:cNvPr id="6" name="组 5">
            <a:extLst>
              <a:ext uri="{FF2B5EF4-FFF2-40B4-BE49-F238E27FC236}">
                <a16:creationId xmlns:a16="http://schemas.microsoft.com/office/drawing/2014/main" id="{E8E8743F-2E52-4860-9798-A13AA2B1A9FA}"/>
              </a:ext>
            </a:extLst>
          </p:cNvPr>
          <p:cNvGrpSpPr/>
          <p:nvPr userDrawn="1"/>
        </p:nvGrpSpPr>
        <p:grpSpPr>
          <a:xfrm rot="16200000">
            <a:off x="-2712402" y="2461418"/>
            <a:ext cx="6216650" cy="1935163"/>
            <a:chOff x="2982913" y="-574675"/>
            <a:chExt cx="6216650" cy="1935163"/>
          </a:xfrm>
        </p:grpSpPr>
        <p:sp>
          <p:nvSpPr>
            <p:cNvPr id="7" name="折线：图 12">
              <a:extLst>
                <a:ext uri="{FF2B5EF4-FFF2-40B4-BE49-F238E27FC236}">
                  <a16:creationId xmlns:a16="http://schemas.microsoft.com/office/drawing/2014/main" id="{0B4C606D-CB17-4FF1-B300-8551BB9C7C52}"/>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8" name="折线：图 17">
              <a:extLst>
                <a:ext uri="{FF2B5EF4-FFF2-40B4-BE49-F238E27FC236}">
                  <a16:creationId xmlns:a16="http://schemas.microsoft.com/office/drawing/2014/main" id="{D20F56BD-D4E9-49D7-9636-6CB1E745F754}"/>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9" name="折线：图 15">
              <a:extLst>
                <a:ext uri="{FF2B5EF4-FFF2-40B4-BE49-F238E27FC236}">
                  <a16:creationId xmlns:a16="http://schemas.microsoft.com/office/drawing/2014/main" id="{EEC14485-F263-4BA9-B5C6-C6C2DA8B5560}"/>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0" name="折线：图 10">
              <a:extLst>
                <a:ext uri="{FF2B5EF4-FFF2-40B4-BE49-F238E27FC236}">
                  <a16:creationId xmlns:a16="http://schemas.microsoft.com/office/drawing/2014/main" id="{8D44ACC6-1029-45CC-B1FF-DCDEC55BBEBC}"/>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1" name="折线：图 13">
              <a:extLst>
                <a:ext uri="{FF2B5EF4-FFF2-40B4-BE49-F238E27FC236}">
                  <a16:creationId xmlns:a16="http://schemas.microsoft.com/office/drawing/2014/main" id="{640BDE84-9E6B-4DC1-B057-62246AD285B7}"/>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sp>
        <p:nvSpPr>
          <p:cNvPr id="2" name="标题 1">
            <a:extLst>
              <a:ext uri="{FF2B5EF4-FFF2-40B4-BE49-F238E27FC236}">
                <a16:creationId xmlns:a16="http://schemas.microsoft.com/office/drawing/2014/main" id="{A1D727FB-12F2-4B00-B9B4-2E85DBE8E83C}"/>
              </a:ext>
            </a:extLst>
          </p:cNvPr>
          <p:cNvSpPr>
            <a:spLocks noGrp="1"/>
          </p:cNvSpPr>
          <p:nvPr>
            <p:ph type="title" hasCustomPrompt="1"/>
          </p:nvPr>
        </p:nvSpPr>
        <p:spPr>
          <a:xfrm rot="16200000">
            <a:off x="-1345368" y="2655089"/>
            <a:ext cx="5652795" cy="1465563"/>
          </a:xfrm>
          <a:prstGeom prst="rect">
            <a:avLst/>
          </a:prstGeom>
        </p:spPr>
        <p:txBody>
          <a:bodyPr rtlCol="0">
            <a:normAutofit/>
          </a:bodyPr>
          <a:lstStyle>
            <a:lvl1pPr algn="ctr">
              <a:defRPr sz="3600" baseline="0">
                <a:ea typeface="Microsoft YaHei UI" panose="020B0503020204020204" pitchFamily="34" charset="-122"/>
              </a:defRPr>
            </a:lvl1pPr>
          </a:lstStyle>
          <a:p>
            <a:pPr rtl="0"/>
            <a:r>
              <a:rPr lang="zh-CN" altLang="en-US" noProof="0"/>
              <a:t>单击以编辑模板标题样式</a:t>
            </a:r>
          </a:p>
        </p:txBody>
      </p:sp>
      <p:cxnSp>
        <p:nvCxnSpPr>
          <p:cNvPr id="15" name="直接连接符​​(S) 14">
            <a:extLst>
              <a:ext uri="{FF2B5EF4-FFF2-40B4-BE49-F238E27FC236}">
                <a16:creationId xmlns:a16="http://schemas.microsoft.com/office/drawing/2014/main" id="{AE74B823-46AD-4B07-AE84-16F0BBC8FE2E}"/>
              </a:ext>
            </a:extLst>
          </p:cNvPr>
          <p:cNvCxnSpPr/>
          <p:nvPr userDrawn="1"/>
        </p:nvCxnSpPr>
        <p:spPr>
          <a:xfrm>
            <a:off x="5969975" y="2677198"/>
            <a:ext cx="0" cy="1503604"/>
          </a:xfrm>
          <a:prstGeom prst="line">
            <a:avLst/>
          </a:prstGeom>
          <a:ln>
            <a:solidFill>
              <a:srgbClr val="D24726"/>
            </a:solidFill>
          </a:ln>
        </p:spPr>
        <p:style>
          <a:lnRef idx="1">
            <a:schemeClr val="accent1"/>
          </a:lnRef>
          <a:fillRef idx="0">
            <a:schemeClr val="accent1"/>
          </a:fillRef>
          <a:effectRef idx="0">
            <a:schemeClr val="accent1"/>
          </a:effectRef>
          <a:fontRef idx="minor">
            <a:schemeClr val="tx1"/>
          </a:fontRef>
        </p:style>
      </p:cxnSp>
      <p:cxnSp>
        <p:nvCxnSpPr>
          <p:cNvPr id="16" name="直接连接符​​(S) 15">
            <a:extLst>
              <a:ext uri="{FF2B5EF4-FFF2-40B4-BE49-F238E27FC236}">
                <a16:creationId xmlns:a16="http://schemas.microsoft.com/office/drawing/2014/main" id="{07E61A4E-1F41-4137-801F-C544DE0CAF4D}"/>
              </a:ext>
            </a:extLst>
          </p:cNvPr>
          <p:cNvCxnSpPr/>
          <p:nvPr userDrawn="1"/>
        </p:nvCxnSpPr>
        <p:spPr>
          <a:xfrm>
            <a:off x="8927119" y="2677198"/>
            <a:ext cx="0" cy="1503604"/>
          </a:xfrm>
          <a:prstGeom prst="line">
            <a:avLst/>
          </a:prstGeom>
          <a:ln>
            <a:solidFill>
              <a:srgbClr val="D24726"/>
            </a:solidFill>
          </a:ln>
        </p:spPr>
        <p:style>
          <a:lnRef idx="1">
            <a:schemeClr val="accent1"/>
          </a:lnRef>
          <a:fillRef idx="0">
            <a:schemeClr val="accent1"/>
          </a:fillRef>
          <a:effectRef idx="0">
            <a:schemeClr val="accent1"/>
          </a:effectRef>
          <a:fontRef idx="minor">
            <a:schemeClr val="tx1"/>
          </a:fontRef>
        </p:style>
      </p:cxnSp>
      <p:sp>
        <p:nvSpPr>
          <p:cNvPr id="18" name="文本占位符 17">
            <a:extLst>
              <a:ext uri="{FF2B5EF4-FFF2-40B4-BE49-F238E27FC236}">
                <a16:creationId xmlns:a16="http://schemas.microsoft.com/office/drawing/2014/main" id="{3C9CAFD8-EA4C-4E12-AA33-925E9BCE83CB}"/>
              </a:ext>
            </a:extLst>
          </p:cNvPr>
          <p:cNvSpPr>
            <a:spLocks noGrp="1"/>
          </p:cNvSpPr>
          <p:nvPr>
            <p:ph type="body" sz="quarter" idx="10" hasCustomPrompt="1"/>
          </p:nvPr>
        </p:nvSpPr>
        <p:spPr>
          <a:xfrm>
            <a:off x="3256581" y="2656923"/>
            <a:ext cx="2405647" cy="1523880"/>
          </a:xfrm>
        </p:spPr>
        <p:txBody>
          <a:bodyPr rtlCol="0" anchor="ctr">
            <a:normAutofit/>
          </a:bodyPr>
          <a:lstStyle>
            <a:lvl1pPr marL="0" indent="0" algn="ctr">
              <a:lnSpc>
                <a:spcPct val="110000"/>
              </a:lnSpc>
              <a:buNone/>
              <a:defRPr sz="1400" baseline="0">
                <a:ea typeface="Microsoft YaHei UI" panose="020B0503020204020204" pitchFamily="34" charset="-122"/>
              </a:defRPr>
            </a:lvl1pPr>
          </a:lstStyle>
          <a:p>
            <a:pPr lvl="0" rtl="0"/>
            <a:r>
              <a:rPr lang="zh-CN" altLang="en-US" noProof="0" dirty="0"/>
              <a:t>编辑母版文本样式</a:t>
            </a:r>
          </a:p>
        </p:txBody>
      </p:sp>
      <p:sp>
        <p:nvSpPr>
          <p:cNvPr id="19" name="文本占位符 17">
            <a:extLst>
              <a:ext uri="{FF2B5EF4-FFF2-40B4-BE49-F238E27FC236}">
                <a16:creationId xmlns:a16="http://schemas.microsoft.com/office/drawing/2014/main" id="{EE33737E-752D-419F-8F18-E35609CCAD6F}"/>
              </a:ext>
            </a:extLst>
          </p:cNvPr>
          <p:cNvSpPr>
            <a:spLocks noGrp="1"/>
          </p:cNvSpPr>
          <p:nvPr>
            <p:ph type="body" sz="quarter" idx="11" hasCustomPrompt="1"/>
          </p:nvPr>
        </p:nvSpPr>
        <p:spPr>
          <a:xfrm>
            <a:off x="6245724" y="2656923"/>
            <a:ext cx="2405647" cy="1523880"/>
          </a:xfrm>
        </p:spPr>
        <p:txBody>
          <a:bodyPr rtlCol="0" anchor="ctr">
            <a:normAutofit/>
          </a:bodyPr>
          <a:lstStyle>
            <a:lvl1pPr marL="0" indent="0" algn="ctr">
              <a:lnSpc>
                <a:spcPct val="110000"/>
              </a:lnSpc>
              <a:buNone/>
              <a:defRPr sz="1400" baseline="0">
                <a:ea typeface="Microsoft YaHei UI" panose="020B0503020204020204" pitchFamily="34" charset="-122"/>
              </a:defRPr>
            </a:lvl1pPr>
          </a:lstStyle>
          <a:p>
            <a:pPr lvl="0" rtl="0"/>
            <a:r>
              <a:rPr lang="zh-CN" altLang="en-US" noProof="0"/>
              <a:t>编辑母版文本样式</a:t>
            </a:r>
          </a:p>
        </p:txBody>
      </p:sp>
      <p:sp>
        <p:nvSpPr>
          <p:cNvPr id="21" name="文本占位符 17">
            <a:extLst>
              <a:ext uri="{FF2B5EF4-FFF2-40B4-BE49-F238E27FC236}">
                <a16:creationId xmlns:a16="http://schemas.microsoft.com/office/drawing/2014/main" id="{AE07EDA3-09AD-4BC4-92A5-720E8D8ECDD9}"/>
              </a:ext>
            </a:extLst>
          </p:cNvPr>
          <p:cNvSpPr>
            <a:spLocks noGrp="1"/>
          </p:cNvSpPr>
          <p:nvPr>
            <p:ph type="body" sz="quarter" idx="12" hasCustomPrompt="1"/>
          </p:nvPr>
        </p:nvSpPr>
        <p:spPr>
          <a:xfrm>
            <a:off x="9153248" y="2656923"/>
            <a:ext cx="2405647" cy="1523880"/>
          </a:xfrm>
        </p:spPr>
        <p:txBody>
          <a:bodyPr rtlCol="0" anchor="ctr">
            <a:normAutofit/>
          </a:bodyPr>
          <a:lstStyle>
            <a:lvl1pPr marL="0" indent="0" algn="ctr">
              <a:lnSpc>
                <a:spcPct val="110000"/>
              </a:lnSpc>
              <a:buNone/>
              <a:defRPr sz="1400" baseline="0">
                <a:ea typeface="Microsoft YaHei UI" panose="020B0503020204020204" pitchFamily="34" charset="-122"/>
              </a:defRPr>
            </a:lvl1pPr>
          </a:lstStyle>
          <a:p>
            <a:pPr lvl="0" rtl="0"/>
            <a:r>
              <a:rPr lang="zh-CN" altLang="en-US" noProof="0"/>
              <a:t>编辑母版文本样式</a:t>
            </a:r>
          </a:p>
        </p:txBody>
      </p:sp>
    </p:spTree>
    <p:extLst>
      <p:ext uri="{BB962C8B-B14F-4D97-AF65-F5344CB8AC3E}">
        <p14:creationId xmlns:p14="http://schemas.microsoft.com/office/powerpoint/2010/main" val="204073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outHorizontal)">
                                      <p:cBhvr>
                                        <p:cTn id="7" dur="750"/>
                                        <p:tgtEl>
                                          <p:spTgt spid="15"/>
                                        </p:tgtEl>
                                      </p:cBhvr>
                                    </p:animEffect>
                                  </p:childTnLst>
                                </p:cTn>
                              </p:par>
                            </p:childTnLst>
                          </p:cTn>
                        </p:par>
                        <p:par>
                          <p:cTn id="8" fill="hold">
                            <p:stCondLst>
                              <p:cond delay="750"/>
                            </p:stCondLst>
                            <p:childTnLst>
                              <p:par>
                                <p:cTn id="9" presetID="16" presetClass="entr" presetSubtype="42"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arn(outHorizontal)">
                                      <p:cBhvr>
                                        <p:cTn id="11"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87A063-B7E8-41F0-B44C-CBAC34401771}"/>
              </a:ext>
            </a:extLst>
          </p:cNvPr>
          <p:cNvSpPr>
            <a:spLocks noGrp="1"/>
          </p:cNvSpPr>
          <p:nvPr>
            <p:ph type="dt" sz="half" idx="10"/>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5D4F62C1-CFAA-4CE6-9B13-A236F73721DF}" type="datetime1">
              <a:rPr kumimoji="0" lang="zh-CN" altLang="en-US"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2024/10/20</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3" name="页脚占位符 2">
            <a:extLst>
              <a:ext uri="{FF2B5EF4-FFF2-40B4-BE49-F238E27FC236}">
                <a16:creationId xmlns:a16="http://schemas.microsoft.com/office/drawing/2014/main" id="{86125A8B-4E72-478E-913E-1FE1803D82FD}"/>
              </a:ext>
            </a:extLst>
          </p:cNvPr>
          <p:cNvSpPr>
            <a:spLocks noGrp="1"/>
          </p:cNvSpPr>
          <p:nvPr>
            <p:ph type="ftr" sz="quarter" idx="11"/>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4" name="灯片编号占位符 3">
            <a:extLst>
              <a:ext uri="{FF2B5EF4-FFF2-40B4-BE49-F238E27FC236}">
                <a16:creationId xmlns:a16="http://schemas.microsoft.com/office/drawing/2014/main" id="{8C9F7F94-D56A-4F25-B310-06F1D7C0F6CC}"/>
              </a:ext>
            </a:extLst>
          </p:cNvPr>
          <p:cNvSpPr>
            <a:spLocks noGrp="1"/>
          </p:cNvSpPr>
          <p:nvPr>
            <p:ph type="sldNum" sz="quarter" idx="12"/>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E2537C2E-C92C-4AC8-B017-4CD647E6EBF4}" type="slidenum">
              <a:rPr kumimoji="0" lang="en-US" altLang="zh-CN"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2234861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步骤">
    <p:spTree>
      <p:nvGrpSpPr>
        <p:cNvPr id="1" name=""/>
        <p:cNvGrpSpPr/>
        <p:nvPr/>
      </p:nvGrpSpPr>
      <p:grpSpPr>
        <a:xfrm>
          <a:off x="0" y="0"/>
          <a:ext cx="0" cy="0"/>
          <a:chOff x="0" y="0"/>
          <a:chExt cx="0" cy="0"/>
        </a:xfrm>
      </p:grpSpPr>
      <p:sp>
        <p:nvSpPr>
          <p:cNvPr id="5" name="长方形 4">
            <a:extLst>
              <a:ext uri="{FF2B5EF4-FFF2-40B4-BE49-F238E27FC236}">
                <a16:creationId xmlns:a16="http://schemas.microsoft.com/office/drawing/2014/main" id="{ABB2580B-041D-4851-8F8C-68136867413A}"/>
              </a:ext>
            </a:extLst>
          </p:cNvPr>
          <p:cNvSpPr/>
          <p:nvPr userDrawn="1"/>
        </p:nvSpPr>
        <p:spPr>
          <a:xfrm>
            <a:off x="11288256" y="-849"/>
            <a:ext cx="910600" cy="685884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ZA"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pic>
        <p:nvPicPr>
          <p:cNvPr id="6" name="图片 5">
            <a:extLst>
              <a:ext uri="{FF2B5EF4-FFF2-40B4-BE49-F238E27FC236}">
                <a16:creationId xmlns:a16="http://schemas.microsoft.com/office/drawing/2014/main" id="{15DAF249-F087-486D-9373-D1D96AC5982F}"/>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0" y="-849"/>
            <a:ext cx="11375568" cy="6857999"/>
          </a:xfrm>
          <a:prstGeom prst="rect">
            <a:avLst/>
          </a:prstGeom>
        </p:spPr>
      </p:pic>
      <p:sp>
        <p:nvSpPr>
          <p:cNvPr id="7" name="平行四边形 28">
            <a:extLst>
              <a:ext uri="{FF2B5EF4-FFF2-40B4-BE49-F238E27FC236}">
                <a16:creationId xmlns:a16="http://schemas.microsoft.com/office/drawing/2014/main" id="{40BE2EAE-DEF8-4547-9314-D5CC0A644219}"/>
              </a:ext>
              <a:ext uri="{C183D7F6-B498-43B3-948B-1728B52AA6E4}">
                <adec:decorative xmlns="" xmlns:adec="http://schemas.microsoft.com/office/drawing/2017/decorative" val="1"/>
              </a:ext>
            </a:extLst>
          </p:cNvPr>
          <p:cNvSpPr/>
          <p:nvPr userDrawn="1"/>
        </p:nvSpPr>
        <p:spPr>
          <a:xfrm rot="5400000">
            <a:off x="2667427" y="-2639256"/>
            <a:ext cx="6857150" cy="12191999"/>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zh-CN" altLang="ru-RU" sz="14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9" name="标题 8">
            <a:extLst>
              <a:ext uri="{FF2B5EF4-FFF2-40B4-BE49-F238E27FC236}">
                <a16:creationId xmlns:a16="http://schemas.microsoft.com/office/drawing/2014/main" id="{9425F7BC-88F1-4DEF-BE4F-66027E77832E}"/>
              </a:ext>
            </a:extLst>
          </p:cNvPr>
          <p:cNvSpPr>
            <a:spLocks noGrp="1"/>
          </p:cNvSpPr>
          <p:nvPr>
            <p:ph type="title" hasCustomPrompt="1"/>
          </p:nvPr>
        </p:nvSpPr>
        <p:spPr>
          <a:xfrm>
            <a:off x="6941058" y="400051"/>
            <a:ext cx="5145560" cy="798512"/>
          </a:xfrm>
        </p:spPr>
        <p:txBody>
          <a:bodyPr rtlCol="0">
            <a:normAutofit/>
          </a:bodyPr>
          <a:lstStyle>
            <a:lvl1pPr algn="l">
              <a:defRPr sz="4000" baseline="0">
                <a:ea typeface="Microsoft YaHei UI" panose="020B0503020204020204" pitchFamily="34" charset="-122"/>
              </a:defRPr>
            </a:lvl1pPr>
          </a:lstStyle>
          <a:p>
            <a:pPr rtl="0"/>
            <a:r>
              <a:rPr lang="zh-CN" altLang="en-US" noProof="0"/>
              <a:t>小标题</a:t>
            </a:r>
          </a:p>
        </p:txBody>
      </p:sp>
      <p:sp>
        <p:nvSpPr>
          <p:cNvPr id="11" name="文本占位符 10">
            <a:extLst>
              <a:ext uri="{FF2B5EF4-FFF2-40B4-BE49-F238E27FC236}">
                <a16:creationId xmlns:a16="http://schemas.microsoft.com/office/drawing/2014/main" id="{6148BE13-086D-417C-8DA0-B1FEC9F7613F}"/>
              </a:ext>
            </a:extLst>
          </p:cNvPr>
          <p:cNvSpPr>
            <a:spLocks noGrp="1"/>
          </p:cNvSpPr>
          <p:nvPr>
            <p:ph type="body" sz="quarter" idx="10" hasCustomPrompt="1"/>
          </p:nvPr>
        </p:nvSpPr>
        <p:spPr>
          <a:xfrm>
            <a:off x="7950708" y="1217613"/>
            <a:ext cx="4135910" cy="971550"/>
          </a:xfrm>
        </p:spPr>
        <p:txBody>
          <a:bodyPr rtlCol="0">
            <a:normAutofit/>
          </a:bodyPr>
          <a:lstStyle>
            <a:lvl1pPr marL="0" indent="0">
              <a:lnSpc>
                <a:spcPct val="100000"/>
              </a:lnSpc>
              <a:spcAft>
                <a:spcPts val="2000"/>
              </a:spcAft>
              <a:buNone/>
              <a:defRPr lang="en-US" sz="1400" kern="1200" baseline="0" dirty="0">
                <a:solidFill>
                  <a:schemeClr val="bg1"/>
                </a:solidFill>
                <a:latin typeface="Microsoft YaHei UI" panose="020B0503020204020204" pitchFamily="34" charset="-122"/>
                <a:ea typeface="Microsoft YaHei UI" panose="020B0503020204020204" pitchFamily="34" charset="-122"/>
                <a:cs typeface="Segoe UI" panose="020B0502040204020203" pitchFamily="34" charset="0"/>
              </a:defRPr>
            </a:lvl1pPr>
          </a:lstStyle>
          <a:p>
            <a:pPr lvl="0" rtl="0"/>
            <a:r>
              <a:rPr lang="zh-CN" altLang="en-US" noProof="0"/>
              <a:t>编辑母版文本样式</a:t>
            </a:r>
          </a:p>
        </p:txBody>
      </p:sp>
      <p:grpSp>
        <p:nvGrpSpPr>
          <p:cNvPr id="24" name="组 23">
            <a:extLst>
              <a:ext uri="{FF2B5EF4-FFF2-40B4-BE49-F238E27FC236}">
                <a16:creationId xmlns:a16="http://schemas.microsoft.com/office/drawing/2014/main" id="{0EFD3E4B-4FBF-493F-AD7A-B5E72CF3B1C3}"/>
              </a:ext>
              <a:ext uri="{C183D7F6-B498-43B3-948B-1728B52AA6E4}">
                <adec:decorative xmlns="" xmlns:adec="http://schemas.microsoft.com/office/drawing/2017/decorative" val="1"/>
              </a:ext>
            </a:extLst>
          </p:cNvPr>
          <p:cNvGrpSpPr/>
          <p:nvPr userDrawn="1"/>
        </p:nvGrpSpPr>
        <p:grpSpPr>
          <a:xfrm>
            <a:off x="2276407" y="0"/>
            <a:ext cx="9915593" cy="6858000"/>
            <a:chOff x="-6856" y="0"/>
            <a:chExt cx="9915593" cy="6858000"/>
          </a:xfrm>
        </p:grpSpPr>
        <p:sp>
          <p:nvSpPr>
            <p:cNvPr id="8" name="平行四边形 3">
              <a:extLst>
                <a:ext uri="{FF2B5EF4-FFF2-40B4-BE49-F238E27FC236}">
                  <a16:creationId xmlns:a16="http://schemas.microsoft.com/office/drawing/2014/main" id="{3B7727C9-7BD4-44DE-AB4D-DA388EC1790D}"/>
                </a:ext>
              </a:extLst>
            </p:cNvPr>
            <p:cNvSpPr/>
            <p:nvPr userDrawn="1"/>
          </p:nvSpPr>
          <p:spPr>
            <a:xfrm flipH="1">
              <a:off x="-6856" y="0"/>
              <a:ext cx="9915593" cy="6858000"/>
            </a:xfrm>
            <a:prstGeom prst="parallelogram">
              <a:avLst>
                <a:gd name="adj" fmla="val 92267"/>
              </a:avLst>
            </a:prstGeom>
            <a:gradFill>
              <a:gsLst>
                <a:gs pos="100000">
                  <a:srgbClr val="DE6346">
                    <a:alpha val="70000"/>
                  </a:srgbClr>
                </a:gs>
                <a:gs pos="0">
                  <a:srgbClr val="9F361D">
                    <a:alpha val="70000"/>
                  </a:srgbClr>
                </a:gs>
                <a:gs pos="73000">
                  <a:srgbClr val="D24726"/>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nvGrpSpPr>
            <p:cNvPr id="23" name="组 22">
              <a:extLst>
                <a:ext uri="{FF2B5EF4-FFF2-40B4-BE49-F238E27FC236}">
                  <a16:creationId xmlns:a16="http://schemas.microsoft.com/office/drawing/2014/main" id="{01F9F0D4-886A-43C9-8B98-D75F3D123AD9}"/>
                </a:ext>
              </a:extLst>
            </p:cNvPr>
            <p:cNvGrpSpPr/>
            <p:nvPr userDrawn="1"/>
          </p:nvGrpSpPr>
          <p:grpSpPr>
            <a:xfrm flipH="1">
              <a:off x="1223136" y="1343920"/>
              <a:ext cx="4316824" cy="4477633"/>
              <a:chOff x="861186" y="1343920"/>
              <a:chExt cx="4316824" cy="4477633"/>
            </a:xfrm>
          </p:grpSpPr>
          <p:grpSp>
            <p:nvGrpSpPr>
              <p:cNvPr id="14" name="组 13">
                <a:extLst>
                  <a:ext uri="{FF2B5EF4-FFF2-40B4-BE49-F238E27FC236}">
                    <a16:creationId xmlns:a16="http://schemas.microsoft.com/office/drawing/2014/main" id="{994A4E7F-BFC7-482F-A3ED-1094D73BE5C1}"/>
                  </a:ext>
                </a:extLst>
              </p:cNvPr>
              <p:cNvGrpSpPr/>
              <p:nvPr userDrawn="1"/>
            </p:nvGrpSpPr>
            <p:grpSpPr>
              <a:xfrm>
                <a:off x="4619831" y="1343920"/>
                <a:ext cx="558179" cy="468000"/>
                <a:chOff x="4388904" y="1577920"/>
                <a:chExt cx="558179" cy="468000"/>
              </a:xfrm>
            </p:grpSpPr>
            <p:sp>
              <p:nvSpPr>
                <p:cNvPr id="15" name="椭圆形 25">
                  <a:extLst>
                    <a:ext uri="{FF2B5EF4-FFF2-40B4-BE49-F238E27FC236}">
                      <a16:creationId xmlns:a16="http://schemas.microsoft.com/office/drawing/2014/main" id="{76698BCA-19CB-41AE-BE78-374F5BA2E571}"/>
                    </a:ext>
                  </a:extLst>
                </p:cNvPr>
                <p:cNvSpPr>
                  <a:spLocks noChangeAspect="1"/>
                </p:cNvSpPr>
                <p:nvPr/>
              </p:nvSpPr>
              <p:spPr>
                <a:xfrm>
                  <a:off x="4430571" y="1577920"/>
                  <a:ext cx="468000" cy="468000"/>
                </a:xfrm>
                <a:prstGeom prst="ellipse">
                  <a:avLst/>
                </a:prstGeom>
                <a:solidFill>
                  <a:srgbClr val="9F361D"/>
                </a:solidFill>
                <a:ln>
                  <a:noFill/>
                </a:ln>
                <a:effectLst>
                  <a:glow rad="101600">
                    <a:srgbClr val="9F361D">
                      <a:alpha val="40000"/>
                    </a:srgb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6" name="文本框 15" descr="编号 1">
                  <a:extLst>
                    <a:ext uri="{FF2B5EF4-FFF2-40B4-BE49-F238E27FC236}">
                      <a16:creationId xmlns:a16="http://schemas.microsoft.com/office/drawing/2014/main" id="{506F61CE-8084-4FB8-8576-90DE19C61BBC}"/>
                    </a:ext>
                  </a:extLst>
                </p:cNvPr>
                <p:cNvSpPr txBox="1"/>
                <p:nvPr/>
              </p:nvSpPr>
              <p:spPr bwMode="blackWhite">
                <a:xfrm>
                  <a:off x="4388904" y="1616760"/>
                  <a:ext cx="558179" cy="369332"/>
                </a:xfrm>
                <a:prstGeom prst="rect">
                  <a:avLst/>
                </a:prstGeom>
                <a:noFill/>
                <a:effectLst>
                  <a:glow rad="139700">
                    <a:schemeClr val="accent2">
                      <a:satMod val="175000"/>
                      <a:alpha val="40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Segoe UI Semibold" panose="020B0702040204020203" pitchFamily="34" charset="0"/>
                    </a:rPr>
                    <a:t>1</a:t>
                  </a:r>
                </a:p>
              </p:txBody>
            </p:sp>
          </p:grpSp>
          <p:grpSp>
            <p:nvGrpSpPr>
              <p:cNvPr id="17" name="组 16">
                <a:extLst>
                  <a:ext uri="{FF2B5EF4-FFF2-40B4-BE49-F238E27FC236}">
                    <a16:creationId xmlns:a16="http://schemas.microsoft.com/office/drawing/2014/main" id="{E48597ED-A5D8-4E38-81E8-8DC0AD6A3937}"/>
                  </a:ext>
                </a:extLst>
              </p:cNvPr>
              <p:cNvGrpSpPr/>
              <p:nvPr userDrawn="1"/>
            </p:nvGrpSpPr>
            <p:grpSpPr>
              <a:xfrm>
                <a:off x="861186" y="5353553"/>
                <a:ext cx="558179" cy="468000"/>
                <a:chOff x="799474" y="5451491"/>
                <a:chExt cx="558179" cy="468000"/>
              </a:xfrm>
            </p:grpSpPr>
            <p:sp>
              <p:nvSpPr>
                <p:cNvPr id="18" name="椭圆形 25">
                  <a:extLst>
                    <a:ext uri="{FF2B5EF4-FFF2-40B4-BE49-F238E27FC236}">
                      <a16:creationId xmlns:a16="http://schemas.microsoft.com/office/drawing/2014/main" id="{5016EDD9-EDAC-4A14-9CBF-5959078A0744}"/>
                    </a:ext>
                  </a:extLst>
                </p:cNvPr>
                <p:cNvSpPr>
                  <a:spLocks noChangeAspect="1"/>
                </p:cNvSpPr>
                <p:nvPr/>
              </p:nvSpPr>
              <p:spPr>
                <a:xfrm>
                  <a:off x="844564" y="5451491"/>
                  <a:ext cx="468000" cy="468000"/>
                </a:xfrm>
                <a:prstGeom prst="ellipse">
                  <a:avLst/>
                </a:prstGeom>
                <a:solidFill>
                  <a:srgbClr val="9F361D"/>
                </a:solidFill>
                <a:ln>
                  <a:noFill/>
                </a:ln>
                <a:effectLst>
                  <a:glow rad="101600">
                    <a:srgbClr val="9F361D">
                      <a:alpha val="40000"/>
                    </a:srgb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9" name="文本框 18" descr="编号 3">
                  <a:extLst>
                    <a:ext uri="{FF2B5EF4-FFF2-40B4-BE49-F238E27FC236}">
                      <a16:creationId xmlns:a16="http://schemas.microsoft.com/office/drawing/2014/main" id="{A537EC38-EF5B-4E6E-98E2-F890B5E42938}"/>
                    </a:ext>
                  </a:extLst>
                </p:cNvPr>
                <p:cNvSpPr txBox="1"/>
                <p:nvPr/>
              </p:nvSpPr>
              <p:spPr bwMode="blackWhite">
                <a:xfrm>
                  <a:off x="799474" y="5489939"/>
                  <a:ext cx="55817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Segoe UI Semibold" panose="020B0702040204020203" pitchFamily="34" charset="0"/>
                    </a:rPr>
                    <a:t>3</a:t>
                  </a:r>
                </a:p>
              </p:txBody>
            </p:sp>
          </p:grpSp>
          <p:grpSp>
            <p:nvGrpSpPr>
              <p:cNvPr id="20" name="组 19">
                <a:extLst>
                  <a:ext uri="{FF2B5EF4-FFF2-40B4-BE49-F238E27FC236}">
                    <a16:creationId xmlns:a16="http://schemas.microsoft.com/office/drawing/2014/main" id="{261EFACB-8BDE-4751-BADB-F72B5A5F6679}"/>
                  </a:ext>
                </a:extLst>
              </p:cNvPr>
              <p:cNvGrpSpPr/>
              <p:nvPr userDrawn="1"/>
            </p:nvGrpSpPr>
            <p:grpSpPr>
              <a:xfrm>
                <a:off x="2800323" y="3270611"/>
                <a:ext cx="558179" cy="468000"/>
                <a:chOff x="2686835" y="3386632"/>
                <a:chExt cx="558179" cy="468000"/>
              </a:xfrm>
            </p:grpSpPr>
            <p:sp>
              <p:nvSpPr>
                <p:cNvPr id="21" name="椭圆形 25">
                  <a:extLst>
                    <a:ext uri="{FF2B5EF4-FFF2-40B4-BE49-F238E27FC236}">
                      <a16:creationId xmlns:a16="http://schemas.microsoft.com/office/drawing/2014/main" id="{C123EE02-6890-4623-975A-A512E7D3B95A}"/>
                    </a:ext>
                  </a:extLst>
                </p:cNvPr>
                <p:cNvSpPr>
                  <a:spLocks noChangeAspect="1"/>
                </p:cNvSpPr>
                <p:nvPr/>
              </p:nvSpPr>
              <p:spPr>
                <a:xfrm>
                  <a:off x="2731925" y="3386632"/>
                  <a:ext cx="468000" cy="468000"/>
                </a:xfrm>
                <a:prstGeom prst="ellipse">
                  <a:avLst/>
                </a:prstGeom>
                <a:solidFill>
                  <a:srgbClr val="9F361D"/>
                </a:solidFill>
                <a:ln>
                  <a:noFill/>
                </a:ln>
                <a:effectLst>
                  <a:glow rad="101600">
                    <a:srgbClr val="9F361D">
                      <a:alpha val="40000"/>
                    </a:srgb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22" name="文本框 21" descr="编号 2">
                  <a:extLst>
                    <a:ext uri="{FF2B5EF4-FFF2-40B4-BE49-F238E27FC236}">
                      <a16:creationId xmlns:a16="http://schemas.microsoft.com/office/drawing/2014/main" id="{5850A4F0-C7C0-4DA2-A958-6C4289944D4A}"/>
                    </a:ext>
                  </a:extLst>
                </p:cNvPr>
                <p:cNvSpPr txBox="1"/>
                <p:nvPr/>
              </p:nvSpPr>
              <p:spPr bwMode="blackWhite">
                <a:xfrm>
                  <a:off x="2686835" y="3418440"/>
                  <a:ext cx="55817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Segoe UI Semibold" panose="020B0702040204020203" pitchFamily="34" charset="0"/>
                    </a:rPr>
                    <a:t>2</a:t>
                  </a:r>
                </a:p>
              </p:txBody>
            </p:sp>
          </p:grpSp>
        </p:grpSp>
      </p:grpSp>
      <p:sp>
        <p:nvSpPr>
          <p:cNvPr id="13" name="文本占位符 12">
            <a:extLst>
              <a:ext uri="{FF2B5EF4-FFF2-40B4-BE49-F238E27FC236}">
                <a16:creationId xmlns:a16="http://schemas.microsoft.com/office/drawing/2014/main" id="{3F5DBF9D-19BF-4838-ACC4-D041EC29D3B9}"/>
              </a:ext>
            </a:extLst>
          </p:cNvPr>
          <p:cNvSpPr>
            <a:spLocks noGrp="1"/>
          </p:cNvSpPr>
          <p:nvPr>
            <p:ph type="body" sz="quarter" idx="11" hasCustomPrompt="1"/>
          </p:nvPr>
        </p:nvSpPr>
        <p:spPr>
          <a:xfrm>
            <a:off x="3343555" y="419100"/>
            <a:ext cx="2914650" cy="798513"/>
          </a:xfrm>
        </p:spPr>
        <p:txBody>
          <a:bodyPr rtlCol="0" anchor="ctr">
            <a:normAutofit/>
          </a:bodyPr>
          <a:lstStyle>
            <a:lvl1pPr marL="0" indent="0">
              <a:buNone/>
              <a:defRPr sz="2400" baseline="0">
                <a:ea typeface="Microsoft YaHei UI" panose="020B0503020204020204" pitchFamily="34" charset="-122"/>
              </a:defRPr>
            </a:lvl1pPr>
          </a:lstStyle>
          <a:p>
            <a:pPr lvl="0" rtl="0"/>
            <a:r>
              <a:rPr lang="zh-CN" altLang="en-US" noProof="0"/>
              <a:t>步骤如下：</a:t>
            </a:r>
          </a:p>
        </p:txBody>
      </p:sp>
      <p:sp>
        <p:nvSpPr>
          <p:cNvPr id="27" name="文本占位符 10">
            <a:extLst>
              <a:ext uri="{FF2B5EF4-FFF2-40B4-BE49-F238E27FC236}">
                <a16:creationId xmlns:a16="http://schemas.microsoft.com/office/drawing/2014/main" id="{34A318E2-038D-4EC3-9C69-CDCB53824BC2}"/>
              </a:ext>
            </a:extLst>
          </p:cNvPr>
          <p:cNvSpPr>
            <a:spLocks noGrp="1"/>
          </p:cNvSpPr>
          <p:nvPr>
            <p:ph type="body" sz="quarter" idx="14" hasCustomPrompt="1"/>
          </p:nvPr>
        </p:nvSpPr>
        <p:spPr>
          <a:xfrm>
            <a:off x="8085220" y="5335777"/>
            <a:ext cx="2871537" cy="1337739"/>
          </a:xfrm>
        </p:spPr>
        <p:txBody>
          <a:bodyPr rtlCol="0">
            <a:normAutofit/>
          </a:bodyPr>
          <a:lstStyle>
            <a:lvl1pPr marL="0" indent="0">
              <a:lnSpc>
                <a:spcPct val="100000"/>
              </a:lnSpc>
              <a:spcAft>
                <a:spcPts val="2000"/>
              </a:spcAft>
              <a:buNone/>
              <a:defRPr lang="en-US" sz="1400" kern="1200" baseline="0" dirty="0">
                <a:solidFill>
                  <a:schemeClr val="bg1"/>
                </a:solidFill>
                <a:latin typeface="Microsoft YaHei UI" panose="020B0503020204020204" pitchFamily="34" charset="-122"/>
                <a:ea typeface="Microsoft YaHei UI" panose="020B0503020204020204" pitchFamily="34" charset="-122"/>
                <a:cs typeface="Segoe UI" panose="020B0502040204020203" pitchFamily="34" charset="0"/>
              </a:defRPr>
            </a:lvl1pPr>
          </a:lstStyle>
          <a:p>
            <a:pPr lvl="0" rtl="0"/>
            <a:r>
              <a:rPr lang="zh-CN" altLang="en-US" noProof="0"/>
              <a:t>编辑母版文本样式</a:t>
            </a:r>
          </a:p>
        </p:txBody>
      </p:sp>
      <p:sp>
        <p:nvSpPr>
          <p:cNvPr id="28" name="文本占位符 10">
            <a:extLst>
              <a:ext uri="{FF2B5EF4-FFF2-40B4-BE49-F238E27FC236}">
                <a16:creationId xmlns:a16="http://schemas.microsoft.com/office/drawing/2014/main" id="{800C0921-0E2A-4C67-860D-623087D48E58}"/>
              </a:ext>
            </a:extLst>
          </p:cNvPr>
          <p:cNvSpPr>
            <a:spLocks noGrp="1"/>
          </p:cNvSpPr>
          <p:nvPr>
            <p:ph type="body" sz="quarter" idx="15" hasCustomPrompt="1"/>
          </p:nvPr>
        </p:nvSpPr>
        <p:spPr>
          <a:xfrm>
            <a:off x="6039169" y="3361659"/>
            <a:ext cx="2871537" cy="1337739"/>
          </a:xfrm>
        </p:spPr>
        <p:txBody>
          <a:bodyPr rtlCol="0">
            <a:normAutofit/>
          </a:bodyPr>
          <a:lstStyle>
            <a:lvl1pPr marL="0" indent="0">
              <a:lnSpc>
                <a:spcPct val="100000"/>
              </a:lnSpc>
              <a:spcAft>
                <a:spcPts val="2000"/>
              </a:spcAft>
              <a:buNone/>
              <a:defRPr lang="en-US" sz="1400" kern="1200" baseline="0" dirty="0">
                <a:solidFill>
                  <a:schemeClr val="bg1"/>
                </a:solidFill>
                <a:latin typeface="Microsoft YaHei UI" panose="020B0503020204020204" pitchFamily="34" charset="-122"/>
                <a:ea typeface="Microsoft YaHei UI" panose="020B0503020204020204" pitchFamily="34" charset="-122"/>
                <a:cs typeface="Segoe UI" panose="020B0502040204020203" pitchFamily="34" charset="0"/>
              </a:defRPr>
            </a:lvl1pPr>
          </a:lstStyle>
          <a:p>
            <a:pPr lvl="0" rtl="0"/>
            <a:r>
              <a:rPr lang="zh-CN" altLang="en-US" noProof="0"/>
              <a:t>编辑母版文本样式</a:t>
            </a:r>
          </a:p>
        </p:txBody>
      </p:sp>
      <p:sp>
        <p:nvSpPr>
          <p:cNvPr id="29" name="文本占位符 10">
            <a:extLst>
              <a:ext uri="{FF2B5EF4-FFF2-40B4-BE49-F238E27FC236}">
                <a16:creationId xmlns:a16="http://schemas.microsoft.com/office/drawing/2014/main" id="{F08FCE70-FA2D-482A-A164-4D0C4D6A3365}"/>
              </a:ext>
            </a:extLst>
          </p:cNvPr>
          <p:cNvSpPr>
            <a:spLocks noGrp="1"/>
          </p:cNvSpPr>
          <p:nvPr>
            <p:ph type="body" sz="quarter" idx="16" hasCustomPrompt="1"/>
          </p:nvPr>
        </p:nvSpPr>
        <p:spPr>
          <a:xfrm>
            <a:off x="4241293" y="1420093"/>
            <a:ext cx="2871537" cy="1337739"/>
          </a:xfrm>
        </p:spPr>
        <p:txBody>
          <a:bodyPr rtlCol="0">
            <a:normAutofit/>
          </a:bodyPr>
          <a:lstStyle>
            <a:lvl1pPr marL="0" indent="0">
              <a:lnSpc>
                <a:spcPct val="100000"/>
              </a:lnSpc>
              <a:spcAft>
                <a:spcPts val="2000"/>
              </a:spcAft>
              <a:buNone/>
              <a:defRPr lang="en-US" sz="1400" kern="1200" baseline="0" dirty="0">
                <a:solidFill>
                  <a:schemeClr val="bg1"/>
                </a:solidFill>
                <a:latin typeface="Microsoft YaHei UI" panose="020B0503020204020204" pitchFamily="34" charset="-122"/>
                <a:ea typeface="Microsoft YaHei UI" panose="020B0503020204020204" pitchFamily="34" charset="-122"/>
                <a:cs typeface="Segoe UI" panose="020B0502040204020203" pitchFamily="34" charset="0"/>
              </a:defRPr>
            </a:lvl1pPr>
          </a:lstStyle>
          <a:p>
            <a:pPr lvl="0" rtl="0"/>
            <a:r>
              <a:rPr lang="zh-CN" altLang="en-US" noProof="0"/>
              <a:t>编辑母版文本样式</a:t>
            </a:r>
          </a:p>
        </p:txBody>
      </p:sp>
    </p:spTree>
    <p:extLst>
      <p:ext uri="{BB962C8B-B14F-4D97-AF65-F5344CB8AC3E}">
        <p14:creationId xmlns:p14="http://schemas.microsoft.com/office/powerpoint/2010/main" val="14924093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步骤替换">
    <p:spTree>
      <p:nvGrpSpPr>
        <p:cNvPr id="1" name=""/>
        <p:cNvGrpSpPr/>
        <p:nvPr/>
      </p:nvGrpSpPr>
      <p:grpSpPr>
        <a:xfrm>
          <a:off x="0" y="0"/>
          <a:ext cx="0" cy="0"/>
          <a:chOff x="0" y="0"/>
          <a:chExt cx="0" cy="0"/>
        </a:xfrm>
      </p:grpSpPr>
      <p:sp>
        <p:nvSpPr>
          <p:cNvPr id="5" name="长方形 4">
            <a:extLst>
              <a:ext uri="{FF2B5EF4-FFF2-40B4-BE49-F238E27FC236}">
                <a16:creationId xmlns:a16="http://schemas.microsoft.com/office/drawing/2014/main" id="{ABB2580B-041D-4851-8F8C-68136867413A}"/>
              </a:ext>
            </a:extLst>
          </p:cNvPr>
          <p:cNvSpPr/>
          <p:nvPr userDrawn="1"/>
        </p:nvSpPr>
        <p:spPr>
          <a:xfrm>
            <a:off x="11288256" y="-849"/>
            <a:ext cx="910600" cy="685884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ZA"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pic>
        <p:nvPicPr>
          <p:cNvPr id="6" name="图片 5">
            <a:extLst>
              <a:ext uri="{FF2B5EF4-FFF2-40B4-BE49-F238E27FC236}">
                <a16:creationId xmlns:a16="http://schemas.microsoft.com/office/drawing/2014/main" id="{15DAF249-F087-486D-9373-D1D96AC5982F}"/>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0" y="-849"/>
            <a:ext cx="11375568" cy="6857999"/>
          </a:xfrm>
          <a:prstGeom prst="rect">
            <a:avLst/>
          </a:prstGeom>
        </p:spPr>
      </p:pic>
      <p:sp>
        <p:nvSpPr>
          <p:cNvPr id="7" name="平行四边形 28">
            <a:extLst>
              <a:ext uri="{FF2B5EF4-FFF2-40B4-BE49-F238E27FC236}">
                <a16:creationId xmlns:a16="http://schemas.microsoft.com/office/drawing/2014/main" id="{40BE2EAE-DEF8-4547-9314-D5CC0A644219}"/>
              </a:ext>
            </a:extLst>
          </p:cNvPr>
          <p:cNvSpPr/>
          <p:nvPr userDrawn="1"/>
        </p:nvSpPr>
        <p:spPr>
          <a:xfrm rot="5400000">
            <a:off x="2667425" y="-2667425"/>
            <a:ext cx="6857150" cy="12191999"/>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tabLst/>
              <a:defRPr/>
            </a:pPr>
            <a:endParaRPr kumimoji="0" lang="zh-CN" altLang="ru-RU" sz="14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9" name="标题 8">
            <a:extLst>
              <a:ext uri="{FF2B5EF4-FFF2-40B4-BE49-F238E27FC236}">
                <a16:creationId xmlns:a16="http://schemas.microsoft.com/office/drawing/2014/main" id="{9425F7BC-88F1-4DEF-BE4F-66027E77832E}"/>
              </a:ext>
            </a:extLst>
          </p:cNvPr>
          <p:cNvSpPr>
            <a:spLocks noGrp="1"/>
          </p:cNvSpPr>
          <p:nvPr>
            <p:ph type="title" hasCustomPrompt="1"/>
          </p:nvPr>
        </p:nvSpPr>
        <p:spPr>
          <a:xfrm>
            <a:off x="605026" y="400051"/>
            <a:ext cx="5145560" cy="798512"/>
          </a:xfrm>
        </p:spPr>
        <p:txBody>
          <a:bodyPr rtlCol="0">
            <a:normAutofit/>
          </a:bodyPr>
          <a:lstStyle>
            <a:lvl1pPr algn="l">
              <a:defRPr sz="4000" baseline="0">
                <a:ea typeface="Microsoft YaHei UI" panose="020B0503020204020204" pitchFamily="34" charset="-122"/>
              </a:defRPr>
            </a:lvl1pPr>
          </a:lstStyle>
          <a:p>
            <a:pPr rtl="0"/>
            <a:r>
              <a:rPr lang="zh-CN" altLang="en-US" noProof="0"/>
              <a:t>小标题</a:t>
            </a:r>
          </a:p>
        </p:txBody>
      </p:sp>
      <p:sp>
        <p:nvSpPr>
          <p:cNvPr id="11" name="文本占位符 10">
            <a:extLst>
              <a:ext uri="{FF2B5EF4-FFF2-40B4-BE49-F238E27FC236}">
                <a16:creationId xmlns:a16="http://schemas.microsoft.com/office/drawing/2014/main" id="{6148BE13-086D-417C-8DA0-B1FEC9F7613F}"/>
              </a:ext>
            </a:extLst>
          </p:cNvPr>
          <p:cNvSpPr>
            <a:spLocks noGrp="1"/>
          </p:cNvSpPr>
          <p:nvPr>
            <p:ph type="body" sz="quarter" idx="10" hasCustomPrompt="1"/>
          </p:nvPr>
        </p:nvSpPr>
        <p:spPr>
          <a:xfrm>
            <a:off x="605026" y="1217613"/>
            <a:ext cx="4135910" cy="971550"/>
          </a:xfrm>
        </p:spPr>
        <p:txBody>
          <a:bodyPr rtlCol="0">
            <a:normAutofit/>
          </a:bodyPr>
          <a:lstStyle>
            <a:lvl1pPr marL="0" indent="0">
              <a:lnSpc>
                <a:spcPct val="100000"/>
              </a:lnSpc>
              <a:spcAft>
                <a:spcPts val="2000"/>
              </a:spcAft>
              <a:buNone/>
              <a:defRPr lang="en-US" sz="1400" kern="1200" baseline="0" dirty="0">
                <a:solidFill>
                  <a:schemeClr val="bg1"/>
                </a:solidFill>
                <a:latin typeface="Microsoft YaHei UI" panose="020B0503020204020204" pitchFamily="34" charset="-122"/>
                <a:ea typeface="Microsoft YaHei UI" panose="020B0503020204020204" pitchFamily="34" charset="-122"/>
                <a:cs typeface="Segoe UI" panose="020B0502040204020203" pitchFamily="34" charset="0"/>
              </a:defRPr>
            </a:lvl1pPr>
          </a:lstStyle>
          <a:p>
            <a:pPr lvl="0" rtl="0"/>
            <a:r>
              <a:rPr lang="zh-CN" altLang="en-US" noProof="0"/>
              <a:t>编辑母版文本样式</a:t>
            </a:r>
          </a:p>
        </p:txBody>
      </p:sp>
      <p:sp>
        <p:nvSpPr>
          <p:cNvPr id="8" name="平行四边形 3">
            <a:extLst>
              <a:ext uri="{FF2B5EF4-FFF2-40B4-BE49-F238E27FC236}">
                <a16:creationId xmlns:a16="http://schemas.microsoft.com/office/drawing/2014/main" id="{3B7727C9-7BD4-44DE-AB4D-DA388EC1790D}"/>
              </a:ext>
            </a:extLst>
          </p:cNvPr>
          <p:cNvSpPr/>
          <p:nvPr userDrawn="1"/>
        </p:nvSpPr>
        <p:spPr>
          <a:xfrm>
            <a:off x="-28643" y="0"/>
            <a:ext cx="9915593" cy="6858000"/>
          </a:xfrm>
          <a:prstGeom prst="parallelogram">
            <a:avLst>
              <a:gd name="adj" fmla="val 92267"/>
            </a:avLst>
          </a:prstGeom>
          <a:gradFill>
            <a:gsLst>
              <a:gs pos="100000">
                <a:srgbClr val="DE6346">
                  <a:alpha val="70000"/>
                </a:srgbClr>
              </a:gs>
              <a:gs pos="0">
                <a:srgbClr val="9F361D">
                  <a:alpha val="70000"/>
                </a:srgbClr>
              </a:gs>
              <a:gs pos="73000">
                <a:srgbClr val="D24726"/>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nvGrpSpPr>
          <p:cNvPr id="23" name="组 22">
            <a:extLst>
              <a:ext uri="{FF2B5EF4-FFF2-40B4-BE49-F238E27FC236}">
                <a16:creationId xmlns:a16="http://schemas.microsoft.com/office/drawing/2014/main" id="{01F9F0D4-886A-43C9-8B98-D75F3D123AD9}"/>
              </a:ext>
            </a:extLst>
          </p:cNvPr>
          <p:cNvGrpSpPr/>
          <p:nvPr userDrawn="1"/>
        </p:nvGrpSpPr>
        <p:grpSpPr>
          <a:xfrm>
            <a:off x="853063" y="1343920"/>
            <a:ext cx="4316824" cy="4477633"/>
            <a:chOff x="861186" y="1343920"/>
            <a:chExt cx="4316824" cy="4477633"/>
          </a:xfrm>
        </p:grpSpPr>
        <p:grpSp>
          <p:nvGrpSpPr>
            <p:cNvPr id="14" name="组 13">
              <a:extLst>
                <a:ext uri="{FF2B5EF4-FFF2-40B4-BE49-F238E27FC236}">
                  <a16:creationId xmlns:a16="http://schemas.microsoft.com/office/drawing/2014/main" id="{994A4E7F-BFC7-482F-A3ED-1094D73BE5C1}"/>
                </a:ext>
              </a:extLst>
            </p:cNvPr>
            <p:cNvGrpSpPr/>
            <p:nvPr userDrawn="1"/>
          </p:nvGrpSpPr>
          <p:grpSpPr>
            <a:xfrm>
              <a:off x="4619831" y="1343920"/>
              <a:ext cx="558179" cy="468000"/>
              <a:chOff x="4388904" y="1577920"/>
              <a:chExt cx="558179" cy="468000"/>
            </a:xfrm>
          </p:grpSpPr>
          <p:sp>
            <p:nvSpPr>
              <p:cNvPr id="15" name="椭圆形 25">
                <a:extLst>
                  <a:ext uri="{FF2B5EF4-FFF2-40B4-BE49-F238E27FC236}">
                    <a16:creationId xmlns:a16="http://schemas.microsoft.com/office/drawing/2014/main" id="{76698BCA-19CB-41AE-BE78-374F5BA2E571}"/>
                  </a:ext>
                </a:extLst>
              </p:cNvPr>
              <p:cNvSpPr>
                <a:spLocks noChangeAspect="1"/>
              </p:cNvSpPr>
              <p:nvPr/>
            </p:nvSpPr>
            <p:spPr>
              <a:xfrm>
                <a:off x="4430571" y="1577920"/>
                <a:ext cx="468000" cy="468000"/>
              </a:xfrm>
              <a:prstGeom prst="ellipse">
                <a:avLst/>
              </a:prstGeom>
              <a:solidFill>
                <a:srgbClr val="9F361D"/>
              </a:solidFill>
              <a:ln>
                <a:noFill/>
              </a:ln>
              <a:effectLst>
                <a:glow rad="101600">
                  <a:srgbClr val="9F361D">
                    <a:alpha val="40000"/>
                  </a:srgb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6" name="文本框 15" descr="编号 1">
                <a:extLst>
                  <a:ext uri="{FF2B5EF4-FFF2-40B4-BE49-F238E27FC236}">
                    <a16:creationId xmlns:a16="http://schemas.microsoft.com/office/drawing/2014/main" id="{506F61CE-8084-4FB8-8576-90DE19C61BBC}"/>
                  </a:ext>
                </a:extLst>
              </p:cNvPr>
              <p:cNvSpPr txBox="1"/>
              <p:nvPr/>
            </p:nvSpPr>
            <p:spPr bwMode="blackWhite">
              <a:xfrm>
                <a:off x="4388904" y="1616760"/>
                <a:ext cx="558179" cy="369332"/>
              </a:xfrm>
              <a:prstGeom prst="rect">
                <a:avLst/>
              </a:prstGeom>
              <a:noFill/>
              <a:effectLst>
                <a:glow rad="139700">
                  <a:schemeClr val="accent2">
                    <a:satMod val="175000"/>
                    <a:alpha val="40000"/>
                  </a:schemeClr>
                </a:glo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Segoe UI Semibold" panose="020B0702040204020203" pitchFamily="34" charset="0"/>
                  </a:rPr>
                  <a:t>1</a:t>
                </a:r>
              </a:p>
            </p:txBody>
          </p:sp>
        </p:grpSp>
        <p:grpSp>
          <p:nvGrpSpPr>
            <p:cNvPr id="17" name="组 16">
              <a:extLst>
                <a:ext uri="{FF2B5EF4-FFF2-40B4-BE49-F238E27FC236}">
                  <a16:creationId xmlns:a16="http://schemas.microsoft.com/office/drawing/2014/main" id="{E48597ED-A5D8-4E38-81E8-8DC0AD6A3937}"/>
                </a:ext>
              </a:extLst>
            </p:cNvPr>
            <p:cNvGrpSpPr/>
            <p:nvPr userDrawn="1"/>
          </p:nvGrpSpPr>
          <p:grpSpPr>
            <a:xfrm>
              <a:off x="861186" y="5353553"/>
              <a:ext cx="558179" cy="468000"/>
              <a:chOff x="799474" y="5451491"/>
              <a:chExt cx="558179" cy="468000"/>
            </a:xfrm>
          </p:grpSpPr>
          <p:sp>
            <p:nvSpPr>
              <p:cNvPr id="18" name="椭圆形 25">
                <a:extLst>
                  <a:ext uri="{FF2B5EF4-FFF2-40B4-BE49-F238E27FC236}">
                    <a16:creationId xmlns:a16="http://schemas.microsoft.com/office/drawing/2014/main" id="{5016EDD9-EDAC-4A14-9CBF-5959078A0744}"/>
                  </a:ext>
                </a:extLst>
              </p:cNvPr>
              <p:cNvSpPr>
                <a:spLocks noChangeAspect="1"/>
              </p:cNvSpPr>
              <p:nvPr/>
            </p:nvSpPr>
            <p:spPr>
              <a:xfrm>
                <a:off x="844564" y="5451491"/>
                <a:ext cx="468000" cy="468000"/>
              </a:xfrm>
              <a:prstGeom prst="ellipse">
                <a:avLst/>
              </a:prstGeom>
              <a:solidFill>
                <a:srgbClr val="9F361D"/>
              </a:solidFill>
              <a:ln>
                <a:noFill/>
              </a:ln>
              <a:effectLst>
                <a:glow rad="101600">
                  <a:srgbClr val="9F361D">
                    <a:alpha val="40000"/>
                  </a:srgb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9" name="文本框 18" descr="编号 3">
                <a:extLst>
                  <a:ext uri="{FF2B5EF4-FFF2-40B4-BE49-F238E27FC236}">
                    <a16:creationId xmlns:a16="http://schemas.microsoft.com/office/drawing/2014/main" id="{A537EC38-EF5B-4E6E-98E2-F890B5E42938}"/>
                  </a:ext>
                </a:extLst>
              </p:cNvPr>
              <p:cNvSpPr txBox="1"/>
              <p:nvPr/>
            </p:nvSpPr>
            <p:spPr bwMode="blackWhite">
              <a:xfrm>
                <a:off x="799474" y="5489939"/>
                <a:ext cx="55817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Segoe UI Semibold" panose="020B0702040204020203" pitchFamily="34" charset="0"/>
                  </a:rPr>
                  <a:t>3</a:t>
                </a:r>
              </a:p>
            </p:txBody>
          </p:sp>
        </p:grpSp>
        <p:grpSp>
          <p:nvGrpSpPr>
            <p:cNvPr id="20" name="组 19">
              <a:extLst>
                <a:ext uri="{FF2B5EF4-FFF2-40B4-BE49-F238E27FC236}">
                  <a16:creationId xmlns:a16="http://schemas.microsoft.com/office/drawing/2014/main" id="{261EFACB-8BDE-4751-BADB-F72B5A5F6679}"/>
                </a:ext>
              </a:extLst>
            </p:cNvPr>
            <p:cNvGrpSpPr/>
            <p:nvPr userDrawn="1"/>
          </p:nvGrpSpPr>
          <p:grpSpPr>
            <a:xfrm>
              <a:off x="2800323" y="3270611"/>
              <a:ext cx="558179" cy="468000"/>
              <a:chOff x="2686835" y="3386632"/>
              <a:chExt cx="558179" cy="468000"/>
            </a:xfrm>
          </p:grpSpPr>
          <p:sp>
            <p:nvSpPr>
              <p:cNvPr id="21" name="椭圆形 25">
                <a:extLst>
                  <a:ext uri="{FF2B5EF4-FFF2-40B4-BE49-F238E27FC236}">
                    <a16:creationId xmlns:a16="http://schemas.microsoft.com/office/drawing/2014/main" id="{C123EE02-6890-4623-975A-A512E7D3B95A}"/>
                  </a:ext>
                </a:extLst>
              </p:cNvPr>
              <p:cNvSpPr>
                <a:spLocks noChangeAspect="1"/>
              </p:cNvSpPr>
              <p:nvPr/>
            </p:nvSpPr>
            <p:spPr>
              <a:xfrm>
                <a:off x="2731925" y="3386632"/>
                <a:ext cx="468000" cy="468000"/>
              </a:xfrm>
              <a:prstGeom prst="ellipse">
                <a:avLst/>
              </a:prstGeom>
              <a:solidFill>
                <a:srgbClr val="9F361D"/>
              </a:solidFill>
              <a:ln>
                <a:noFill/>
              </a:ln>
              <a:effectLst>
                <a:glow rad="101600">
                  <a:srgbClr val="9F361D">
                    <a:alpha val="40000"/>
                  </a:srgb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22" name="文本框 21" descr="编号 2">
                <a:extLst>
                  <a:ext uri="{FF2B5EF4-FFF2-40B4-BE49-F238E27FC236}">
                    <a16:creationId xmlns:a16="http://schemas.microsoft.com/office/drawing/2014/main" id="{5850A4F0-C7C0-4DA2-A958-6C4289944D4A}"/>
                  </a:ext>
                </a:extLst>
              </p:cNvPr>
              <p:cNvSpPr txBox="1"/>
              <p:nvPr/>
            </p:nvSpPr>
            <p:spPr bwMode="blackWhite">
              <a:xfrm>
                <a:off x="2686835" y="3418440"/>
                <a:ext cx="55817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Segoe UI Semibold" panose="020B0702040204020203" pitchFamily="34" charset="0"/>
                  </a:rPr>
                  <a:t>2</a:t>
                </a:r>
              </a:p>
            </p:txBody>
          </p:sp>
        </p:grpSp>
      </p:grpSp>
      <p:sp>
        <p:nvSpPr>
          <p:cNvPr id="13" name="文本占位符 12">
            <a:extLst>
              <a:ext uri="{FF2B5EF4-FFF2-40B4-BE49-F238E27FC236}">
                <a16:creationId xmlns:a16="http://schemas.microsoft.com/office/drawing/2014/main" id="{3F5DBF9D-19BF-4838-ACC4-D041EC29D3B9}"/>
              </a:ext>
            </a:extLst>
          </p:cNvPr>
          <p:cNvSpPr>
            <a:spLocks noGrp="1"/>
          </p:cNvSpPr>
          <p:nvPr userDrawn="1">
            <p:ph type="body" sz="quarter" idx="11" hasCustomPrompt="1"/>
          </p:nvPr>
        </p:nvSpPr>
        <p:spPr>
          <a:xfrm>
            <a:off x="5923191" y="419100"/>
            <a:ext cx="2914650" cy="798513"/>
          </a:xfrm>
        </p:spPr>
        <p:txBody>
          <a:bodyPr rtlCol="0" anchor="ctr">
            <a:normAutofit/>
          </a:bodyPr>
          <a:lstStyle>
            <a:lvl1pPr marL="0" indent="0">
              <a:buNone/>
              <a:defRPr sz="2400" baseline="0">
                <a:ea typeface="Microsoft YaHei UI" panose="020B0503020204020204" pitchFamily="34" charset="-122"/>
              </a:defRPr>
            </a:lvl1pPr>
          </a:lstStyle>
          <a:p>
            <a:pPr lvl="0" rtl="0"/>
            <a:r>
              <a:rPr lang="zh-CN" altLang="en-US" noProof="0"/>
              <a:t>步骤如下：</a:t>
            </a:r>
          </a:p>
        </p:txBody>
      </p:sp>
      <p:sp>
        <p:nvSpPr>
          <p:cNvPr id="27" name="文本占位符 10">
            <a:extLst>
              <a:ext uri="{FF2B5EF4-FFF2-40B4-BE49-F238E27FC236}">
                <a16:creationId xmlns:a16="http://schemas.microsoft.com/office/drawing/2014/main" id="{34A318E2-038D-4EC3-9C69-CDCB53824BC2}"/>
              </a:ext>
            </a:extLst>
          </p:cNvPr>
          <p:cNvSpPr>
            <a:spLocks noGrp="1"/>
          </p:cNvSpPr>
          <p:nvPr userDrawn="1">
            <p:ph type="body" sz="quarter" idx="14" hasCustomPrompt="1"/>
          </p:nvPr>
        </p:nvSpPr>
        <p:spPr>
          <a:xfrm>
            <a:off x="1356431" y="5335777"/>
            <a:ext cx="2871537" cy="1337739"/>
          </a:xfrm>
        </p:spPr>
        <p:txBody>
          <a:bodyPr rtlCol="0">
            <a:normAutofit/>
          </a:bodyPr>
          <a:lstStyle>
            <a:lvl1pPr marL="0" indent="0">
              <a:lnSpc>
                <a:spcPct val="100000"/>
              </a:lnSpc>
              <a:spcAft>
                <a:spcPts val="2000"/>
              </a:spcAft>
              <a:buNone/>
              <a:defRPr lang="en-US" sz="1400" kern="1200" baseline="0" dirty="0">
                <a:solidFill>
                  <a:schemeClr val="bg1"/>
                </a:solidFill>
                <a:latin typeface="Microsoft YaHei UI" panose="020B0503020204020204" pitchFamily="34" charset="-122"/>
                <a:ea typeface="Microsoft YaHei UI" panose="020B0503020204020204" pitchFamily="34" charset="-122"/>
                <a:cs typeface="Segoe UI" panose="020B0502040204020203" pitchFamily="34" charset="0"/>
              </a:defRPr>
            </a:lvl1pPr>
          </a:lstStyle>
          <a:p>
            <a:pPr lvl="0" rtl="0"/>
            <a:r>
              <a:rPr lang="zh-CN" altLang="en-US" noProof="0"/>
              <a:t>编辑母版文本样式</a:t>
            </a:r>
          </a:p>
        </p:txBody>
      </p:sp>
      <p:sp>
        <p:nvSpPr>
          <p:cNvPr id="28" name="文本占位符 10">
            <a:extLst>
              <a:ext uri="{FF2B5EF4-FFF2-40B4-BE49-F238E27FC236}">
                <a16:creationId xmlns:a16="http://schemas.microsoft.com/office/drawing/2014/main" id="{800C0921-0E2A-4C67-860D-623087D48E58}"/>
              </a:ext>
            </a:extLst>
          </p:cNvPr>
          <p:cNvSpPr>
            <a:spLocks noGrp="1"/>
          </p:cNvSpPr>
          <p:nvPr userDrawn="1">
            <p:ph type="body" sz="quarter" idx="15" hasCustomPrompt="1"/>
          </p:nvPr>
        </p:nvSpPr>
        <p:spPr>
          <a:xfrm>
            <a:off x="3317799" y="3361659"/>
            <a:ext cx="2871537" cy="1337739"/>
          </a:xfrm>
        </p:spPr>
        <p:txBody>
          <a:bodyPr rtlCol="0">
            <a:normAutofit/>
          </a:bodyPr>
          <a:lstStyle>
            <a:lvl1pPr marL="0" indent="0">
              <a:lnSpc>
                <a:spcPct val="100000"/>
              </a:lnSpc>
              <a:spcAft>
                <a:spcPts val="2000"/>
              </a:spcAft>
              <a:buNone/>
              <a:defRPr lang="en-US" sz="1400" kern="1200" baseline="0" dirty="0">
                <a:solidFill>
                  <a:schemeClr val="bg1"/>
                </a:solidFill>
                <a:latin typeface="Microsoft YaHei UI" panose="020B0503020204020204" pitchFamily="34" charset="-122"/>
                <a:ea typeface="Microsoft YaHei UI" panose="020B0503020204020204" pitchFamily="34" charset="-122"/>
                <a:cs typeface="Segoe UI" panose="020B0502040204020203" pitchFamily="34" charset="0"/>
              </a:defRPr>
            </a:lvl1pPr>
          </a:lstStyle>
          <a:p>
            <a:pPr lvl="0" rtl="0"/>
            <a:r>
              <a:rPr lang="zh-CN" altLang="en-US" noProof="0"/>
              <a:t>编辑母版文本样式</a:t>
            </a:r>
          </a:p>
        </p:txBody>
      </p:sp>
      <p:sp>
        <p:nvSpPr>
          <p:cNvPr id="29" name="文本占位符 10">
            <a:extLst>
              <a:ext uri="{FF2B5EF4-FFF2-40B4-BE49-F238E27FC236}">
                <a16:creationId xmlns:a16="http://schemas.microsoft.com/office/drawing/2014/main" id="{F08FCE70-FA2D-482A-A164-4D0C4D6A3365}"/>
              </a:ext>
            </a:extLst>
          </p:cNvPr>
          <p:cNvSpPr>
            <a:spLocks noGrp="1"/>
          </p:cNvSpPr>
          <p:nvPr userDrawn="1">
            <p:ph type="body" sz="quarter" idx="16" hasCustomPrompt="1"/>
          </p:nvPr>
        </p:nvSpPr>
        <p:spPr>
          <a:xfrm>
            <a:off x="5175878" y="1420093"/>
            <a:ext cx="2871537" cy="1337739"/>
          </a:xfrm>
        </p:spPr>
        <p:txBody>
          <a:bodyPr rtlCol="0">
            <a:normAutofit/>
          </a:bodyPr>
          <a:lstStyle>
            <a:lvl1pPr marL="0" indent="0">
              <a:lnSpc>
                <a:spcPct val="100000"/>
              </a:lnSpc>
              <a:spcAft>
                <a:spcPts val="2000"/>
              </a:spcAft>
              <a:buNone/>
              <a:defRPr lang="en-US" sz="1400" kern="1200" baseline="0" dirty="0">
                <a:solidFill>
                  <a:schemeClr val="bg1"/>
                </a:solidFill>
                <a:latin typeface="Microsoft YaHei UI" panose="020B0503020204020204" pitchFamily="34" charset="-122"/>
                <a:ea typeface="Microsoft YaHei UI" panose="020B0503020204020204" pitchFamily="34" charset="-122"/>
                <a:cs typeface="Segoe UI" panose="020B0502040204020203" pitchFamily="34" charset="0"/>
              </a:defRPr>
            </a:lvl1pPr>
          </a:lstStyle>
          <a:p>
            <a:pPr lvl="0" rtl="0"/>
            <a:r>
              <a:rPr lang="zh-CN" altLang="en-US" noProof="0"/>
              <a:t>编辑母版文本样式</a:t>
            </a:r>
          </a:p>
        </p:txBody>
      </p:sp>
    </p:spTree>
    <p:extLst>
      <p:ext uri="{BB962C8B-B14F-4D97-AF65-F5344CB8AC3E}">
        <p14:creationId xmlns:p14="http://schemas.microsoft.com/office/powerpoint/2010/main" val="36340763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带标题的内容">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6D6D913A-C186-4F8A-82A2-48D38C0610C4}"/>
              </a:ext>
              <a:ext uri="{C183D7F6-B498-43B3-948B-1728B52AA6E4}">
                <adec:decorative xmlns=""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6335074" y="980189"/>
            <a:ext cx="6857999" cy="4897623"/>
          </a:xfrm>
          <a:prstGeom prst="rect">
            <a:avLst/>
          </a:prstGeom>
        </p:spPr>
      </p:pic>
      <p:sp>
        <p:nvSpPr>
          <p:cNvPr id="15" name="长方形 14">
            <a:extLst>
              <a:ext uri="{FF2B5EF4-FFF2-40B4-BE49-F238E27FC236}">
                <a16:creationId xmlns:a16="http://schemas.microsoft.com/office/drawing/2014/main" id="{EA497B4B-92CE-4375-9EFC-1FCED23B3755}"/>
              </a:ext>
              <a:ext uri="{C183D7F6-B498-43B3-948B-1728B52AA6E4}">
                <adec:decorative xmlns="" xmlns:adec="http://schemas.microsoft.com/office/drawing/2017/decorative" val="1"/>
              </a:ext>
            </a:extLst>
          </p:cNvPr>
          <p:cNvSpPr/>
          <p:nvPr userDrawn="1"/>
        </p:nvSpPr>
        <p:spPr>
          <a:xfrm>
            <a:off x="7308043" y="-7144"/>
            <a:ext cx="4883957" cy="6857998"/>
          </a:xfrm>
          <a:prstGeom prst="rect">
            <a:avLst/>
          </a:prstGeom>
          <a:solidFill>
            <a:srgbClr val="000000">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ZA" sz="1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nvGrpSpPr>
          <p:cNvPr id="8" name="组 7">
            <a:extLst>
              <a:ext uri="{FF2B5EF4-FFF2-40B4-BE49-F238E27FC236}">
                <a16:creationId xmlns:a16="http://schemas.microsoft.com/office/drawing/2014/main" id="{29F6BF0A-340E-4923-AF94-305730065DA2}"/>
              </a:ext>
              <a:ext uri="{C183D7F6-B498-43B3-948B-1728B52AA6E4}">
                <adec:decorative xmlns="" xmlns:adec="http://schemas.microsoft.com/office/drawing/2017/decorative" val="1"/>
              </a:ext>
            </a:extLst>
          </p:cNvPr>
          <p:cNvGrpSpPr/>
          <p:nvPr userDrawn="1"/>
        </p:nvGrpSpPr>
        <p:grpSpPr>
          <a:xfrm rot="16200000" flipH="1">
            <a:off x="-2712790" y="2451892"/>
            <a:ext cx="6216650" cy="1935163"/>
            <a:chOff x="2982913" y="-574675"/>
            <a:chExt cx="6216650" cy="1935163"/>
          </a:xfrm>
        </p:grpSpPr>
        <p:sp>
          <p:nvSpPr>
            <p:cNvPr id="9" name="折线：图 12">
              <a:extLst>
                <a:ext uri="{FF2B5EF4-FFF2-40B4-BE49-F238E27FC236}">
                  <a16:creationId xmlns:a16="http://schemas.microsoft.com/office/drawing/2014/main" id="{EDBA056C-5C3C-483A-ADBB-6ECE967BF9FC}"/>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0" name="折线：图 17">
              <a:extLst>
                <a:ext uri="{FF2B5EF4-FFF2-40B4-BE49-F238E27FC236}">
                  <a16:creationId xmlns:a16="http://schemas.microsoft.com/office/drawing/2014/main" id="{C8A6DF64-EFDA-4FDC-95F2-CA9E904935A9}"/>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1" name="折线：图 15">
              <a:extLst>
                <a:ext uri="{FF2B5EF4-FFF2-40B4-BE49-F238E27FC236}">
                  <a16:creationId xmlns:a16="http://schemas.microsoft.com/office/drawing/2014/main" id="{05041C2C-ACC8-4BF3-B916-0896FA1039FB}"/>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2" name="折线：图 10">
              <a:extLst>
                <a:ext uri="{FF2B5EF4-FFF2-40B4-BE49-F238E27FC236}">
                  <a16:creationId xmlns:a16="http://schemas.microsoft.com/office/drawing/2014/main" id="{DC952B2D-D957-40DF-9D4E-84F7C8140911}"/>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3" name="折线：图 13">
              <a:extLst>
                <a:ext uri="{FF2B5EF4-FFF2-40B4-BE49-F238E27FC236}">
                  <a16:creationId xmlns:a16="http://schemas.microsoft.com/office/drawing/2014/main" id="{42223152-ED82-47B8-AA28-8E45BF4F6FDB}"/>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sp>
        <p:nvSpPr>
          <p:cNvPr id="2" name="标题 1">
            <a:extLst>
              <a:ext uri="{FF2B5EF4-FFF2-40B4-BE49-F238E27FC236}">
                <a16:creationId xmlns:a16="http://schemas.microsoft.com/office/drawing/2014/main" id="{CC046739-1F33-449F-A734-551C23673626}"/>
              </a:ext>
            </a:extLst>
          </p:cNvPr>
          <p:cNvSpPr>
            <a:spLocks noGrp="1"/>
          </p:cNvSpPr>
          <p:nvPr>
            <p:ph type="title" hasCustomPrompt="1"/>
          </p:nvPr>
        </p:nvSpPr>
        <p:spPr>
          <a:xfrm rot="16200000">
            <a:off x="-2034651" y="2598008"/>
            <a:ext cx="5955956" cy="1600200"/>
          </a:xfrm>
          <a:prstGeom prst="rect">
            <a:avLst/>
          </a:prstGeom>
        </p:spPr>
        <p:txBody>
          <a:bodyPr rtlCol="0" anchor="b">
            <a:normAutofit/>
          </a:bodyPr>
          <a:lstStyle>
            <a:lvl1pPr algn="ctr">
              <a:defRPr sz="3600" baseline="0">
                <a:ea typeface="Microsoft YaHei UI" panose="020B0503020204020204" pitchFamily="34" charset="-122"/>
              </a:defRPr>
            </a:lvl1pPr>
          </a:lstStyle>
          <a:p>
            <a:pPr rtl="0"/>
            <a:r>
              <a:rPr lang="zh-CN" altLang="en-US" noProof="0"/>
              <a:t>单击以编辑模板标题样式</a:t>
            </a:r>
          </a:p>
        </p:txBody>
      </p:sp>
      <p:sp>
        <p:nvSpPr>
          <p:cNvPr id="3" name="内容占位符 2">
            <a:extLst>
              <a:ext uri="{FF2B5EF4-FFF2-40B4-BE49-F238E27FC236}">
                <a16:creationId xmlns:a16="http://schemas.microsoft.com/office/drawing/2014/main" id="{55F87EE7-5848-4A7E-8CDC-C84A4100EAD2}"/>
              </a:ext>
            </a:extLst>
          </p:cNvPr>
          <p:cNvSpPr>
            <a:spLocks noGrp="1"/>
          </p:cNvSpPr>
          <p:nvPr>
            <p:ph idx="1" hasCustomPrompt="1"/>
          </p:nvPr>
        </p:nvSpPr>
        <p:spPr>
          <a:xfrm>
            <a:off x="1797858" y="420130"/>
            <a:ext cx="5438826" cy="5955956"/>
          </a:xfrm>
        </p:spPr>
        <p:txBody>
          <a:bodyPr rtlCol="0">
            <a:normAutofit/>
          </a:bodyPr>
          <a:lstStyle>
            <a:lvl1pPr>
              <a:defRPr sz="2400" baseline="0">
                <a:ea typeface="Microsoft YaHei UI" panose="020B0503020204020204" pitchFamily="34" charset="-122"/>
              </a:defRPr>
            </a:lvl1pPr>
            <a:lvl2pPr>
              <a:defRPr sz="2000" baseline="0">
                <a:ea typeface="Microsoft YaHei UI" panose="020B0503020204020204" pitchFamily="34" charset="-122"/>
              </a:defRPr>
            </a:lvl2pPr>
            <a:lvl3pPr>
              <a:defRPr sz="1800" baseline="0">
                <a:ea typeface="Microsoft YaHei UI" panose="020B0503020204020204" pitchFamily="34" charset="-122"/>
              </a:defRPr>
            </a:lvl3pPr>
            <a:lvl4pPr>
              <a:defRPr sz="1600" baseline="0">
                <a:ea typeface="Microsoft YaHei UI" panose="020B0503020204020204" pitchFamily="34" charset="-122"/>
              </a:defRPr>
            </a:lvl4pPr>
            <a:lvl5pPr>
              <a:defRPr sz="1600" baseline="0">
                <a:ea typeface="Microsoft YaHei UI" panose="020B0503020204020204" pitchFamily="34" charset="-122"/>
              </a:defRPr>
            </a:lvl5pPr>
            <a:lvl6pPr>
              <a:defRPr sz="2000"/>
            </a:lvl6pPr>
            <a:lvl7pPr>
              <a:defRPr sz="2000"/>
            </a:lvl7pPr>
            <a:lvl8pPr>
              <a:defRPr sz="2000"/>
            </a:lvl8pPr>
            <a:lvl9pPr>
              <a:defRPr sz="200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18" name="文本占位符 17">
            <a:extLst>
              <a:ext uri="{FF2B5EF4-FFF2-40B4-BE49-F238E27FC236}">
                <a16:creationId xmlns:a16="http://schemas.microsoft.com/office/drawing/2014/main" id="{7C2A2BF6-6B6F-4FDE-9C94-76A56291F77A}"/>
              </a:ext>
            </a:extLst>
          </p:cNvPr>
          <p:cNvSpPr>
            <a:spLocks noGrp="1"/>
          </p:cNvSpPr>
          <p:nvPr>
            <p:ph type="body" sz="quarter" idx="10" hasCustomPrompt="1"/>
          </p:nvPr>
        </p:nvSpPr>
        <p:spPr>
          <a:xfrm>
            <a:off x="7940842" y="1089395"/>
            <a:ext cx="3657600" cy="5286692"/>
          </a:xfrm>
        </p:spPr>
        <p:txBody>
          <a:bodyPr rtlCol="0"/>
          <a:lstStyle>
            <a:lvl1pPr marL="0" indent="0">
              <a:buFont typeface="Century Gothic" panose="020B0502020202020204" pitchFamily="34" charset="0"/>
              <a:buChar char=" "/>
              <a:defRPr sz="1400" baseline="0">
                <a:ea typeface="Microsoft YaHei UI" panose="020B0503020204020204" pitchFamily="34" charset="-122"/>
              </a:defRPr>
            </a:lvl1pPr>
            <a:lvl2pPr marL="223838" indent="-163513">
              <a:buClr>
                <a:schemeClr val="bg1"/>
              </a:buClr>
              <a:buFont typeface="Century Gothic" panose="020B0502020202020204" pitchFamily="34" charset="0"/>
              <a:buChar char="&gt;"/>
              <a:defRPr sz="1400" baseline="0">
                <a:ea typeface="Microsoft YaHei UI" panose="020B0503020204020204" pitchFamily="34" charset="-122"/>
              </a:defRPr>
            </a:lvl2pPr>
            <a:lvl3pPr marL="0" indent="0">
              <a:spcBef>
                <a:spcPts val="2400"/>
              </a:spcBef>
              <a:buFont typeface="Century Gothic" panose="020B0502020202020204" pitchFamily="34" charset="0"/>
              <a:buChar char=" "/>
              <a:defRPr sz="1400" baseline="0">
                <a:ea typeface="Microsoft YaHei UI" panose="020B0503020204020204" pitchFamily="34" charset="-122"/>
              </a:defRPr>
            </a:lvl3pPr>
          </a:lstStyle>
          <a:p>
            <a:pPr lvl="0" rtl="0"/>
            <a:r>
              <a:rPr lang="zh-CN" altLang="en-US" noProof="0"/>
              <a:t>编辑母版文本样式</a:t>
            </a:r>
          </a:p>
          <a:p>
            <a:pPr lvl="1" rtl="0"/>
            <a:r>
              <a:rPr lang="zh-CN" altLang="en-US" noProof="0"/>
              <a:t>第二级</a:t>
            </a:r>
          </a:p>
          <a:p>
            <a:pPr lvl="2" rtl="0"/>
            <a:r>
              <a:rPr lang="zh-CN" altLang="en-US" noProof="0"/>
              <a:t>第三级</a:t>
            </a:r>
          </a:p>
        </p:txBody>
      </p:sp>
      <p:cxnSp>
        <p:nvCxnSpPr>
          <p:cNvPr id="19" name="直接连接符​​ 24">
            <a:extLst>
              <a:ext uri="{FF2B5EF4-FFF2-40B4-BE49-F238E27FC236}">
                <a16:creationId xmlns:a16="http://schemas.microsoft.com/office/drawing/2014/main" id="{B3938D53-967E-448F-8242-8981B708525E}"/>
              </a:ext>
            </a:extLst>
          </p:cNvPr>
          <p:cNvCxnSpPr>
            <a:cxnSpLocks/>
          </p:cNvCxnSpPr>
          <p:nvPr userDrawn="1"/>
        </p:nvCxnSpPr>
        <p:spPr>
          <a:xfrm flipH="1">
            <a:off x="7301596" y="-423"/>
            <a:ext cx="13668" cy="6858423"/>
          </a:xfrm>
          <a:prstGeom prst="line">
            <a:avLst/>
          </a:prstGeom>
          <a:ln w="28575">
            <a:solidFill>
              <a:srgbClr val="9F361D"/>
            </a:solidFill>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85572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带标题的图片">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300AE21-3EF4-4016-A377-C1F84210F81E}"/>
              </a:ext>
              <a:ext uri="{C183D7F6-B498-43B3-948B-1728B52AA6E4}">
                <adec:decorative xmlns=""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06733" cy="6842789"/>
          </a:xfrm>
          <a:prstGeom prst="rect">
            <a:avLst/>
          </a:prstGeom>
        </p:spPr>
      </p:pic>
      <p:sp>
        <p:nvSpPr>
          <p:cNvPr id="9" name="长方形 8">
            <a:extLst>
              <a:ext uri="{FF2B5EF4-FFF2-40B4-BE49-F238E27FC236}">
                <a16:creationId xmlns:a16="http://schemas.microsoft.com/office/drawing/2014/main" id="{42C0D740-CFC6-474B-AA47-789146626F71}"/>
              </a:ext>
              <a:ext uri="{C183D7F6-B498-43B3-948B-1728B52AA6E4}">
                <adec:decorative xmlns="" xmlns:adec="http://schemas.microsoft.com/office/drawing/2017/decorative" val="1"/>
              </a:ext>
            </a:extLst>
          </p:cNvPr>
          <p:cNvSpPr/>
          <p:nvPr userDrawn="1"/>
        </p:nvSpPr>
        <p:spPr>
          <a:xfrm>
            <a:off x="0" y="0"/>
            <a:ext cx="12206733" cy="6858000"/>
          </a:xfrm>
          <a:prstGeom prst="rect">
            <a:avLst/>
          </a:prstGeom>
          <a:solidFill>
            <a:srgbClr val="000000">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ZA" sz="100" b="0" i="0" u="none" strike="noStrike" kern="1200" cap="none" spc="0" normalizeH="0" baseline="0" noProof="0" dirty="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nvGrpSpPr>
          <p:cNvPr id="10" name="组 9">
            <a:extLst>
              <a:ext uri="{FF2B5EF4-FFF2-40B4-BE49-F238E27FC236}">
                <a16:creationId xmlns:a16="http://schemas.microsoft.com/office/drawing/2014/main" id="{7105DCB4-B5F3-4093-A18D-14AC000228F0}"/>
              </a:ext>
              <a:ext uri="{C183D7F6-B498-43B3-948B-1728B52AA6E4}">
                <adec:decorative xmlns="" xmlns:adec="http://schemas.microsoft.com/office/drawing/2017/decorative" val="1"/>
              </a:ext>
            </a:extLst>
          </p:cNvPr>
          <p:cNvGrpSpPr/>
          <p:nvPr userDrawn="1"/>
        </p:nvGrpSpPr>
        <p:grpSpPr>
          <a:xfrm>
            <a:off x="6664025" y="1843967"/>
            <a:ext cx="211015" cy="5006440"/>
            <a:chOff x="6664025" y="1843967"/>
            <a:chExt cx="211015" cy="5006440"/>
          </a:xfrm>
        </p:grpSpPr>
        <p:cxnSp>
          <p:nvCxnSpPr>
            <p:cNvPr id="11" name="直接连接符​​ 24">
              <a:extLst>
                <a:ext uri="{FF2B5EF4-FFF2-40B4-BE49-F238E27FC236}">
                  <a16:creationId xmlns:a16="http://schemas.microsoft.com/office/drawing/2014/main" id="{9D622328-32D2-48BE-BE48-E20E4D2770BD}"/>
                </a:ext>
              </a:extLst>
            </p:cNvPr>
            <p:cNvCxnSpPr>
              <a:cxnSpLocks/>
            </p:cNvCxnSpPr>
            <p:nvPr/>
          </p:nvCxnSpPr>
          <p:spPr>
            <a:xfrm>
              <a:off x="6768172" y="2026407"/>
              <a:ext cx="777" cy="4824000"/>
            </a:xfrm>
            <a:prstGeom prst="line">
              <a:avLst/>
            </a:prstGeom>
            <a:ln w="28575">
              <a:solidFill>
                <a:srgbClr val="9F361D"/>
              </a:solidFill>
            </a:ln>
          </p:spPr>
          <p:style>
            <a:lnRef idx="1">
              <a:schemeClr val="accent1"/>
            </a:lnRef>
            <a:fillRef idx="0">
              <a:schemeClr val="accent1"/>
            </a:fillRef>
            <a:effectRef idx="0">
              <a:schemeClr val="accent1"/>
            </a:effectRef>
            <a:fontRef idx="minor">
              <a:schemeClr val="tx1"/>
            </a:fontRef>
          </p:style>
        </p:cxnSp>
        <p:sp>
          <p:nvSpPr>
            <p:cNvPr id="12" name="椭圆形 25">
              <a:extLst>
                <a:ext uri="{FF2B5EF4-FFF2-40B4-BE49-F238E27FC236}">
                  <a16:creationId xmlns:a16="http://schemas.microsoft.com/office/drawing/2014/main" id="{018BA51A-7B76-4EEB-A0C9-847FAD3535A4}"/>
                </a:ext>
              </a:extLst>
            </p:cNvPr>
            <p:cNvSpPr/>
            <p:nvPr/>
          </p:nvSpPr>
          <p:spPr>
            <a:xfrm>
              <a:off x="6664025" y="1843967"/>
              <a:ext cx="211015" cy="211015"/>
            </a:xfrm>
            <a:prstGeom prst="ellipse">
              <a:avLst/>
            </a:prstGeom>
            <a:solidFill>
              <a:srgbClr val="9F361D"/>
            </a:solidFill>
            <a:ln>
              <a:noFill/>
            </a:ln>
            <a:effectLst>
              <a:glow rad="101600">
                <a:srgbClr val="9F361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800" b="0" i="0" u="none" strike="noStrike" kern="1200" cap="none" spc="0" normalizeH="0" baseline="0" noProof="0" dirty="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sp>
        <p:nvSpPr>
          <p:cNvPr id="4" name="文本占位符 3">
            <a:extLst>
              <a:ext uri="{FF2B5EF4-FFF2-40B4-BE49-F238E27FC236}">
                <a16:creationId xmlns:a16="http://schemas.microsoft.com/office/drawing/2014/main" id="{E0F076A3-68F3-44B3-A396-9AD3AB00F247}"/>
              </a:ext>
            </a:extLst>
          </p:cNvPr>
          <p:cNvSpPr>
            <a:spLocks noGrp="1"/>
          </p:cNvSpPr>
          <p:nvPr>
            <p:ph type="body" sz="half" idx="2"/>
          </p:nvPr>
        </p:nvSpPr>
        <p:spPr>
          <a:xfrm>
            <a:off x="7412274" y="2026406"/>
            <a:ext cx="4136491" cy="4393445"/>
          </a:xfrm>
        </p:spPr>
        <p:txBody>
          <a:bodyPr rtlCol="0"/>
          <a:lstStyle>
            <a:lvl1pPr marL="0" indent="0">
              <a:buNone/>
              <a:defRPr sz="1600" baseline="0">
                <a:ea typeface="Microsoft YaHei UI" panose="020B0503020204020204" pitchFamily="3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smtClean="0"/>
              <a:t>编辑母版文本样式</a:t>
            </a:r>
          </a:p>
        </p:txBody>
      </p:sp>
      <p:grpSp>
        <p:nvGrpSpPr>
          <p:cNvPr id="13" name="组 12">
            <a:extLst>
              <a:ext uri="{FF2B5EF4-FFF2-40B4-BE49-F238E27FC236}">
                <a16:creationId xmlns:a16="http://schemas.microsoft.com/office/drawing/2014/main" id="{1E079420-586F-4241-8C4B-7F975FA292CD}"/>
              </a:ext>
              <a:ext uri="{C183D7F6-B498-43B3-948B-1728B52AA6E4}">
                <adec:decorative xmlns="" xmlns:adec="http://schemas.microsoft.com/office/drawing/2017/decorative" val="1"/>
              </a:ext>
            </a:extLst>
          </p:cNvPr>
          <p:cNvGrpSpPr/>
          <p:nvPr userDrawn="1"/>
        </p:nvGrpSpPr>
        <p:grpSpPr>
          <a:xfrm rot="16200000" flipH="1">
            <a:off x="-2723676" y="2451892"/>
            <a:ext cx="6216650" cy="1935163"/>
            <a:chOff x="2982913" y="-574675"/>
            <a:chExt cx="6216650" cy="1935163"/>
          </a:xfrm>
        </p:grpSpPr>
        <p:sp>
          <p:nvSpPr>
            <p:cNvPr id="14" name="折线：图 12">
              <a:extLst>
                <a:ext uri="{FF2B5EF4-FFF2-40B4-BE49-F238E27FC236}">
                  <a16:creationId xmlns:a16="http://schemas.microsoft.com/office/drawing/2014/main" id="{7D4FA2E5-B76B-46E4-A9F9-D3A4F16AE985}"/>
                </a:ext>
              </a:extLst>
            </p:cNvPr>
            <p:cNvSpPr/>
            <p:nvPr/>
          </p:nvSpPr>
          <p:spPr>
            <a:xfrm rot="2688700">
              <a:off x="5514975" y="-574675"/>
              <a:ext cx="1157288" cy="1149350"/>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dirty="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5" name="折线：图 17">
              <a:extLst>
                <a:ext uri="{FF2B5EF4-FFF2-40B4-BE49-F238E27FC236}">
                  <a16:creationId xmlns:a16="http://schemas.microsoft.com/office/drawing/2014/main" id="{AF8A5FC5-DA44-4DC9-BE1D-E197C2FEE718}"/>
                </a:ext>
              </a:extLst>
            </p:cNvPr>
            <p:cNvSpPr/>
            <p:nvPr/>
          </p:nvSpPr>
          <p:spPr>
            <a:xfrm rot="2688700">
              <a:off x="6907213" y="-128588"/>
              <a:ext cx="1490662" cy="1489076"/>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dirty="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6" name="折线：图 15">
              <a:extLst>
                <a:ext uri="{FF2B5EF4-FFF2-40B4-BE49-F238E27FC236}">
                  <a16:creationId xmlns:a16="http://schemas.microsoft.com/office/drawing/2014/main" id="{417543D0-FB8E-45DF-A0E5-77677BB5D2C4}"/>
                </a:ext>
              </a:extLst>
            </p:cNvPr>
            <p:cNvSpPr/>
            <p:nvPr/>
          </p:nvSpPr>
          <p:spPr>
            <a:xfrm rot="2688700">
              <a:off x="3794125" y="-128588"/>
              <a:ext cx="1490663" cy="1489076"/>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dirty="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7" name="折线：图 10">
              <a:extLst>
                <a:ext uri="{FF2B5EF4-FFF2-40B4-BE49-F238E27FC236}">
                  <a16:creationId xmlns:a16="http://schemas.microsoft.com/office/drawing/2014/main" id="{90773D28-8713-4BC5-8C28-12EFA9D642E4}"/>
                </a:ext>
              </a:extLst>
            </p:cNvPr>
            <p:cNvSpPr/>
            <p:nvPr/>
          </p:nvSpPr>
          <p:spPr>
            <a:xfrm rot="2688700">
              <a:off x="2982913" y="-320675"/>
              <a:ext cx="646112"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dirty="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18" name="折线：图 13">
              <a:extLst>
                <a:ext uri="{FF2B5EF4-FFF2-40B4-BE49-F238E27FC236}">
                  <a16:creationId xmlns:a16="http://schemas.microsoft.com/office/drawing/2014/main" id="{E5988930-A431-49B8-98E5-D19F5AD532DB}"/>
                </a:ext>
              </a:extLst>
            </p:cNvPr>
            <p:cNvSpPr/>
            <p:nvPr/>
          </p:nvSpPr>
          <p:spPr>
            <a:xfrm rot="2688700">
              <a:off x="8551863" y="-320675"/>
              <a:ext cx="647700" cy="641350"/>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solidFill>
              <a:srgbClr val="9F3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ru-RU" sz="100" b="0" i="0" u="none" strike="noStrike" kern="1200" cap="none" spc="0" normalizeH="0" baseline="0" noProof="0" dirty="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grpSp>
      <p:sp>
        <p:nvSpPr>
          <p:cNvPr id="2" name="标题 1">
            <a:extLst>
              <a:ext uri="{FF2B5EF4-FFF2-40B4-BE49-F238E27FC236}">
                <a16:creationId xmlns:a16="http://schemas.microsoft.com/office/drawing/2014/main" id="{C5BF968F-DC3B-47B0-A915-BC962A8121FA}"/>
              </a:ext>
            </a:extLst>
          </p:cNvPr>
          <p:cNvSpPr>
            <a:spLocks noGrp="1"/>
          </p:cNvSpPr>
          <p:nvPr>
            <p:ph type="title" hasCustomPrompt="1"/>
          </p:nvPr>
        </p:nvSpPr>
        <p:spPr>
          <a:xfrm>
            <a:off x="190500" y="247650"/>
            <a:ext cx="1179195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oAutofit/>
          </a:bodyPr>
          <a:lstStyle>
            <a:lvl1pPr>
              <a:defRPr lang="en-US" sz="3600" baseline="0" dirty="0">
                <a:latin typeface="Microsoft YaHei UI" panose="020B0503020204020204" pitchFamily="34" charset="-122"/>
                <a:ea typeface="Microsoft YaHei UI" panose="020B0503020204020204" pitchFamily="34" charset="-122"/>
                <a:cs typeface="+mn-cs"/>
              </a:defRPr>
            </a:lvl1pPr>
          </a:lstStyle>
          <a:p>
            <a:pPr marL="0" lvl="0" algn="ctr" rtl="0"/>
            <a:r>
              <a:rPr lang="zh-CN" altLang="en-US" noProof="0" dirty="0"/>
              <a:t>单击此处编辑母版标题样式</a:t>
            </a:r>
          </a:p>
        </p:txBody>
      </p:sp>
      <p:sp>
        <p:nvSpPr>
          <p:cNvPr id="3" name="图片占位符 2">
            <a:extLst>
              <a:ext uri="{FF2B5EF4-FFF2-40B4-BE49-F238E27FC236}">
                <a16:creationId xmlns:a16="http://schemas.microsoft.com/office/drawing/2014/main" id="{2073B4B5-F598-4588-AB55-17DD140BEE94}"/>
              </a:ext>
            </a:extLst>
          </p:cNvPr>
          <p:cNvSpPr>
            <a:spLocks noGrp="1"/>
          </p:cNvSpPr>
          <p:nvPr>
            <p:ph type="pic" idx="1"/>
          </p:nvPr>
        </p:nvSpPr>
        <p:spPr>
          <a:xfrm>
            <a:off x="511187" y="2026407"/>
            <a:ext cx="5957300" cy="4393444"/>
          </a:xfrm>
        </p:spPr>
        <p:txBody>
          <a:bodyPr rtlCol="0"/>
          <a:lstStyle>
            <a:lvl1pPr marL="0" indent="0">
              <a:buNone/>
              <a:defRPr sz="3200" baseline="0">
                <a:ea typeface="Microsoft YaHei UI" panose="020B0503020204020204"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CN" altLang="en-US" noProof="0" smtClean="0"/>
              <a:t>单击图标添加图片</a:t>
            </a:r>
            <a:endParaRPr lang="zh-CN" altLang="en-US" noProof="0" dirty="0"/>
          </a:p>
        </p:txBody>
      </p:sp>
    </p:spTree>
    <p:extLst>
      <p:ext uri="{BB962C8B-B14F-4D97-AF65-F5344CB8AC3E}">
        <p14:creationId xmlns:p14="http://schemas.microsoft.com/office/powerpoint/2010/main" val="120100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5492B5-4202-4E05-955A-BCC88BCF9134}"/>
              </a:ext>
            </a:extLst>
          </p:cNvPr>
          <p:cNvSpPr>
            <a:spLocks noGrp="1"/>
          </p:cNvSpPr>
          <p:nvPr>
            <p:ph type="title"/>
          </p:nvPr>
        </p:nvSpPr>
        <p:spPr>
          <a:xfrm>
            <a:off x="838200" y="365125"/>
            <a:ext cx="10515600" cy="1325563"/>
          </a:xfrm>
          <a:prstGeom prst="rect">
            <a:avLst/>
          </a:prstGeom>
        </p:spPr>
        <p:txBody>
          <a:bodyPr rtlCol="0"/>
          <a:lstStyle/>
          <a:p>
            <a:pPr rtl="0"/>
            <a:r>
              <a:rPr lang="zh-CN" altLang="en-US" noProof="0" smtClean="0"/>
              <a:t>单击此处编辑母版标题样式</a:t>
            </a:r>
            <a:endParaRPr lang="zh-CN" altLang="en-US" noProof="0"/>
          </a:p>
        </p:txBody>
      </p:sp>
      <p:sp>
        <p:nvSpPr>
          <p:cNvPr id="3" name="垂直文本占位符 2">
            <a:extLst>
              <a:ext uri="{FF2B5EF4-FFF2-40B4-BE49-F238E27FC236}">
                <a16:creationId xmlns:a16="http://schemas.microsoft.com/office/drawing/2014/main" id="{7B50F2F1-0BC2-4DA5-99FF-AC3AFB8AE8D0}"/>
              </a:ext>
            </a:extLst>
          </p:cNvPr>
          <p:cNvSpPr>
            <a:spLocks noGrp="1"/>
          </p:cNvSpPr>
          <p:nvPr>
            <p:ph type="body" orient="vert" idx="1" hasCustomPrompt="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a:extLst>
              <a:ext uri="{FF2B5EF4-FFF2-40B4-BE49-F238E27FC236}">
                <a16:creationId xmlns:a16="http://schemas.microsoft.com/office/drawing/2014/main" id="{D47BB791-2B25-469E-A2FB-030A202080BF}"/>
              </a:ext>
            </a:extLst>
          </p:cNvPr>
          <p:cNvSpPr>
            <a:spLocks noGrp="1"/>
          </p:cNvSpPr>
          <p:nvPr>
            <p:ph type="dt" sz="half" idx="10"/>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76139CC-0C0F-44DB-9405-382EDF625440}" type="datetime1">
              <a:rPr kumimoji="0" lang="zh-CN" altLang="en-US"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2024/10/20</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5" name="页脚占位符 4">
            <a:extLst>
              <a:ext uri="{FF2B5EF4-FFF2-40B4-BE49-F238E27FC236}">
                <a16:creationId xmlns:a16="http://schemas.microsoft.com/office/drawing/2014/main" id="{B107A826-7098-45C8-B7AF-F326A685C6C7}"/>
              </a:ext>
            </a:extLst>
          </p:cNvPr>
          <p:cNvSpPr>
            <a:spLocks noGrp="1"/>
          </p:cNvSpPr>
          <p:nvPr>
            <p:ph type="ftr" sz="quarter" idx="11"/>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6" name="灯片编号占位符 5">
            <a:extLst>
              <a:ext uri="{FF2B5EF4-FFF2-40B4-BE49-F238E27FC236}">
                <a16:creationId xmlns:a16="http://schemas.microsoft.com/office/drawing/2014/main" id="{998BA3E7-DD95-4E3C-8510-00C7127C8A15}"/>
              </a:ext>
            </a:extLst>
          </p:cNvPr>
          <p:cNvSpPr>
            <a:spLocks noGrp="1"/>
          </p:cNvSpPr>
          <p:nvPr>
            <p:ph type="sldNum" sz="quarter" idx="12"/>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E2537C2E-C92C-4AC8-B017-4CD647E6EBF4}" type="slidenum">
              <a:rPr kumimoji="0" lang="en-US" altLang="zh-CN"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8076034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垂直标题 1">
            <a:extLst>
              <a:ext uri="{FF2B5EF4-FFF2-40B4-BE49-F238E27FC236}">
                <a16:creationId xmlns:a16="http://schemas.microsoft.com/office/drawing/2014/main" id="{17D59EE0-0BA2-496F-B99C-5F84840697A5}"/>
              </a:ext>
            </a:extLst>
          </p:cNvPr>
          <p:cNvSpPr>
            <a:spLocks noGrp="1"/>
          </p:cNvSpPr>
          <p:nvPr>
            <p:ph type="title" orient="vert"/>
          </p:nvPr>
        </p:nvSpPr>
        <p:spPr>
          <a:xfrm>
            <a:off x="8724900" y="365125"/>
            <a:ext cx="2628900" cy="5811838"/>
          </a:xfrm>
          <a:prstGeom prst="rect">
            <a:avLst/>
          </a:prstGeom>
        </p:spPr>
        <p:txBody>
          <a:bodyPr vert="eaVert" rtlCol="0"/>
          <a:lstStyle/>
          <a:p>
            <a:pPr rtl="0"/>
            <a:r>
              <a:rPr lang="zh-CN" altLang="en-US" noProof="0" smtClean="0"/>
              <a:t>单击此处编辑母版标题样式</a:t>
            </a:r>
            <a:endParaRPr lang="zh-CN" altLang="en-US" noProof="0"/>
          </a:p>
        </p:txBody>
      </p:sp>
      <p:sp>
        <p:nvSpPr>
          <p:cNvPr id="3" name="垂直文本占位符 2">
            <a:extLst>
              <a:ext uri="{FF2B5EF4-FFF2-40B4-BE49-F238E27FC236}">
                <a16:creationId xmlns:a16="http://schemas.microsoft.com/office/drawing/2014/main" id="{16EE6E64-1F1C-4242-8541-3DEA5DB65231}"/>
              </a:ext>
            </a:extLst>
          </p:cNvPr>
          <p:cNvSpPr>
            <a:spLocks noGrp="1"/>
          </p:cNvSpPr>
          <p:nvPr>
            <p:ph type="body" orient="vert" idx="1" hasCustomPrompt="1"/>
          </p:nvPr>
        </p:nvSpPr>
        <p:spPr>
          <a:xfrm>
            <a:off x="838200" y="365125"/>
            <a:ext cx="7734300"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a:extLst>
              <a:ext uri="{FF2B5EF4-FFF2-40B4-BE49-F238E27FC236}">
                <a16:creationId xmlns:a16="http://schemas.microsoft.com/office/drawing/2014/main" id="{CCCF158B-D8F2-44E0-A203-26B9C216464B}"/>
              </a:ext>
            </a:extLst>
          </p:cNvPr>
          <p:cNvSpPr>
            <a:spLocks noGrp="1"/>
          </p:cNvSpPr>
          <p:nvPr>
            <p:ph type="dt" sz="half" idx="10"/>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E53BC5DB-8EE8-4A87-9DA4-9E8920C89013}" type="datetime1">
              <a:rPr kumimoji="0" lang="zh-CN" altLang="en-US"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2024/10/20</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5" name="页脚占位符 4">
            <a:extLst>
              <a:ext uri="{FF2B5EF4-FFF2-40B4-BE49-F238E27FC236}">
                <a16:creationId xmlns:a16="http://schemas.microsoft.com/office/drawing/2014/main" id="{5509F92F-25D5-4883-B6E2-764273F62430}"/>
              </a:ext>
            </a:extLst>
          </p:cNvPr>
          <p:cNvSpPr>
            <a:spLocks noGrp="1"/>
          </p:cNvSpPr>
          <p:nvPr>
            <p:ph type="ftr" sz="quarter" idx="11"/>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6" name="灯片编号占位符 5">
            <a:extLst>
              <a:ext uri="{FF2B5EF4-FFF2-40B4-BE49-F238E27FC236}">
                <a16:creationId xmlns:a16="http://schemas.microsoft.com/office/drawing/2014/main" id="{CB506F29-CD1B-4F5C-A56D-0E4674657F02}"/>
              </a:ext>
            </a:extLst>
          </p:cNvPr>
          <p:cNvSpPr>
            <a:spLocks noGrp="1"/>
          </p:cNvSpPr>
          <p:nvPr>
            <p:ph type="sldNum" sz="quarter" idx="12"/>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E2537C2E-C92C-4AC8-B017-4CD647E6EBF4}" type="slidenum">
              <a:rPr kumimoji="0" lang="en-US" altLang="zh-CN"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80833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pPr rtl="0"/>
            <a:r>
              <a:rPr lang="zh-CN" altLang="en-US" noProof="0"/>
              <a:t>单击此处编辑母版标题样式</a:t>
            </a:r>
          </a:p>
        </p:txBody>
      </p:sp>
      <p:sp>
        <p:nvSpPr>
          <p:cNvPr id="3" name="文本占位符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页脚占位符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latin typeface="Microsoft YaHei UI" panose="020B0503020204020204" pitchFamily="34" charset="-122"/>
                <a:ea typeface="Microsoft YaHei UI" panose="020B0503020204020204" pitchFamily="34" charset="-122"/>
              </a:defRPr>
            </a:lvl1pPr>
          </a:lstStyle>
          <a:p>
            <a:r>
              <a:rPr lang="zh-CN" altLang="en-US" noProof="0"/>
              <a:t>添加页脚</a:t>
            </a:r>
          </a:p>
        </p:txBody>
      </p:sp>
      <p:sp>
        <p:nvSpPr>
          <p:cNvPr id="4" name="日期占位符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latin typeface="Microsoft YaHei UI" panose="020B0503020204020204" pitchFamily="34" charset="-122"/>
                <a:ea typeface="Microsoft YaHei UI" panose="020B0503020204020204" pitchFamily="34" charset="-122"/>
              </a:defRPr>
            </a:lvl1pPr>
          </a:lstStyle>
          <a:p>
            <a:fld id="{5BD33D3F-88B5-4471-88C4-95D88AA4148C}" type="datetime1">
              <a:rPr lang="zh-CN" altLang="en-US" noProof="0" smtClean="0"/>
              <a:t>2024/10/20</a:t>
            </a:fld>
            <a:endParaRPr lang="zh-CN" altLang="en-US" noProof="0"/>
          </a:p>
        </p:txBody>
      </p:sp>
      <p:sp>
        <p:nvSpPr>
          <p:cNvPr id="6" name="幻灯片编号占位符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latin typeface="Microsoft YaHei UI" panose="020B0503020204020204" pitchFamily="34" charset="-122"/>
                <a:ea typeface="Microsoft YaHei UI" panose="020B0503020204020204" pitchFamily="34" charset="-122"/>
              </a:defRPr>
            </a:lvl1pPr>
          </a:lstStyle>
          <a:p>
            <a:fld id="{A4942799-31AF-4FF8-9D79-C1A3E01FB207}" type="slidenum">
              <a:rPr lang="en-US" altLang="zh-CN" noProof="0" smtClean="0"/>
              <a:pPr/>
              <a:t>‹#›</a:t>
            </a:fld>
            <a:endParaRPr lang="zh-CN" altLang="en-US" noProof="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hf sldNum="0" hdr="0" ftr="0" dt="0"/>
  <p:txStyles>
    <p:titleStyle>
      <a:lvl1pPr algn="l" defTabSz="457200" rtl="0" eaLnBrk="1" latinLnBrk="0" hangingPunct="1">
        <a:spcBef>
          <a:spcPct val="0"/>
        </a:spcBef>
        <a:buNone/>
        <a:defRPr sz="4000" b="0" kern="1200">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icrosoft YaHei UI" panose="020B0503020204020204" pitchFamily="34" charset="-122"/>
          <a:ea typeface="Microsoft YaHei UI" panose="020B0503020204020204" pitchFamily="34" charset="-122"/>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8C664A8-AB32-4E3B-8099-1CDE1F9BEB81}"/>
              </a:ext>
            </a:extLst>
          </p:cNvPr>
          <p:cNvSpPr>
            <a:spLocks noGrp="1"/>
          </p:cNvSpPr>
          <p:nvPr>
            <p:ph type="title"/>
          </p:nvPr>
        </p:nvSpPr>
        <p:spPr>
          <a:xfrm>
            <a:off x="209550" y="365125"/>
            <a:ext cx="11772900" cy="1325563"/>
          </a:xfrm>
          <a:prstGeom prst="rect">
            <a:avLst/>
          </a:prstGeom>
        </p:spPr>
        <p:txBody>
          <a:bodyPr vert="horz" lIns="91440" tIns="45720" rIns="91440" bIns="45720" rtlCol="0" anchor="ctr">
            <a:normAutofit/>
          </a:bodyPr>
          <a:lstStyle/>
          <a:p>
            <a:pPr rtl="0"/>
            <a:r>
              <a:rPr lang="zh-CN" altLang="en-US" noProof="0"/>
              <a:t>单击以编辑模板标题样式</a:t>
            </a:r>
          </a:p>
        </p:txBody>
      </p:sp>
      <p:sp>
        <p:nvSpPr>
          <p:cNvPr id="3" name="文本占位符 2">
            <a:extLst>
              <a:ext uri="{FF2B5EF4-FFF2-40B4-BE49-F238E27FC236}">
                <a16:creationId xmlns:a16="http://schemas.microsoft.com/office/drawing/2014/main" id="{10A21ECE-BC3B-4EBF-831C-507DA2140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a:extLst>
              <a:ext uri="{FF2B5EF4-FFF2-40B4-BE49-F238E27FC236}">
                <a16:creationId xmlns:a16="http://schemas.microsoft.com/office/drawing/2014/main" id="{48491683-D23C-4704-91BB-83D32A0E4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aseline="0">
                <a:solidFill>
                  <a:schemeClr val="bg1"/>
                </a:solidFill>
                <a:latin typeface="Microsoft YaHei UI" panose="020B0503020204020204" pitchFamily="34" charset="-122"/>
                <a:ea typeface="Microsoft YaHei UI"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3752F98-6003-4D9B-BFC9-6260F494B4C1}" type="datetime1">
              <a:rPr kumimoji="0" lang="zh-CN" altLang="en-US"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2024/10/20</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5" name="页脚占位符 4">
            <a:extLst>
              <a:ext uri="{FF2B5EF4-FFF2-40B4-BE49-F238E27FC236}">
                <a16:creationId xmlns:a16="http://schemas.microsoft.com/office/drawing/2014/main" id="{3802E818-6B60-4D24-9954-64A147DEA1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aseline="0">
                <a:solidFill>
                  <a:schemeClr val="bg1"/>
                </a:solidFill>
                <a:latin typeface="Microsoft YaHei UI" panose="020B0503020204020204" pitchFamily="34" charset="-122"/>
                <a:ea typeface="Microsoft YaHei UI"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
        <p:nvSpPr>
          <p:cNvPr id="6" name="灯片编号占位符 5">
            <a:extLst>
              <a:ext uri="{FF2B5EF4-FFF2-40B4-BE49-F238E27FC236}">
                <a16:creationId xmlns:a16="http://schemas.microsoft.com/office/drawing/2014/main" id="{8490C2BE-369C-4A16-8782-2C9D0F112D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aseline="0">
                <a:solidFill>
                  <a:schemeClr val="bg1"/>
                </a:solidFill>
                <a:latin typeface="Microsoft YaHei UI" panose="020B0503020204020204" pitchFamily="34" charset="-122"/>
                <a:ea typeface="Microsoft YaHei UI"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2537C2E-C92C-4AC8-B017-4CD647E6EBF4}" type="slidenum">
              <a:rPr kumimoji="0" lang="en-US" altLang="zh-CN" sz="1200" b="0" i="0" u="none" strike="noStrike" kern="1200" cap="none" spc="0" normalizeH="0" baseline="0" noProof="0" smtClean="0">
                <a:ln>
                  <a:noFill/>
                </a:ln>
                <a:solidFill>
                  <a:prstClr val="white"/>
                </a:solidFill>
                <a:effectLst/>
                <a:uLnTx/>
                <a:uFillTx/>
                <a:latin typeface="Microsoft YaHei UI" panose="020B0503020204020204" pitchFamily="34" charset="-122"/>
                <a:ea typeface="Microsoft YaHei U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white"/>
              </a:solidFill>
              <a:effectLst/>
              <a:uLnTx/>
              <a:uFillTx/>
              <a:latin typeface="Microsoft YaHei UI" panose="020B0503020204020204" pitchFamily="34" charset="-122"/>
              <a:ea typeface="Microsoft YaHei UI" panose="020B0503020204020204" pitchFamily="34" charset="-122"/>
              <a:cs typeface="+mn-cs"/>
            </a:endParaRPr>
          </a:p>
        </p:txBody>
      </p:sp>
    </p:spTree>
    <p:extLst>
      <p:ext uri="{BB962C8B-B14F-4D97-AF65-F5344CB8AC3E}">
        <p14:creationId xmlns:p14="http://schemas.microsoft.com/office/powerpoint/2010/main" val="348023193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Lst>
  <p:hf sldNum="0" hdr="0" ftr="0" dt="0"/>
  <p:txStyles>
    <p:titleStyle>
      <a:lvl1pPr algn="ctr" defTabSz="914400" rtl="0" eaLnBrk="1" latinLnBrk="0" hangingPunct="1">
        <a:lnSpc>
          <a:spcPct val="90000"/>
        </a:lnSpc>
        <a:spcBef>
          <a:spcPct val="0"/>
        </a:spcBef>
        <a:buNone/>
        <a:defRPr sz="3600" kern="1200" baseline="0">
          <a:solidFill>
            <a:schemeClr val="bg1"/>
          </a:solidFill>
          <a:latin typeface="Microsoft YaHei UI" panose="020B0503020204020204" pitchFamily="34" charset="-122"/>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bg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bg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bg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bg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bg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orcid.org/0000-0003-3536-184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omments" Target="../comments/comment1.xml"/><Relationship Id="rId5" Type="http://schemas.openxmlformats.org/officeDocument/2006/relationships/image" Target="../media/image9.png"/><Relationship Id="rId4" Type="http://schemas.openxmlformats.org/officeDocument/2006/relationships/hyperlink" Target="https://www.icetc.org/is.htm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0.ti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hyperlink" Target="https://support.office.com/zh-cn/article/%e7%bc%96%e8%be%91%e4%bd%a0%e7%9a%84%e5%ad%a6%e6%a0%a1%e6%bc%94%e7%a4%ba%e6%96%87%e7%a8%bf-44445997-6769-4d44-8b30-f9e3050adbfb?omkt=zh-CN&amp;ui=zh-CN&amp;rs=zh-CN&amp;ad=CN"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bwMode="grayWhite">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2D37BC-7D91-4F83-845D-70080D7DD6FC}"/>
              </a:ext>
            </a:extLst>
          </p:cNvPr>
          <p:cNvSpPr>
            <a:spLocks noGrp="1"/>
          </p:cNvSpPr>
          <p:nvPr>
            <p:ph type="ctrTitle"/>
          </p:nvPr>
        </p:nvSpPr>
        <p:spPr bwMode="black"/>
        <p:txBody>
          <a:bodyPr rtlCol="0"/>
          <a:lstStyle/>
          <a:p>
            <a:r>
              <a:rPr lang="en-US" altLang="zh-CN" dirty="0" smtClean="0"/>
              <a:t>Unleashing </a:t>
            </a:r>
            <a:r>
              <a:rPr lang="en-US" altLang="zh-CN" dirty="0"/>
              <a:t>the Power of Local RAG Systems for Education Institutes in the Digital </a:t>
            </a:r>
            <a:r>
              <a:rPr lang="en-US" altLang="zh-CN" dirty="0" smtClean="0"/>
              <a:t>Era</a:t>
            </a:r>
            <a:endParaRPr lang="en-US" altLang="zh-CN" b="0" dirty="0"/>
          </a:p>
        </p:txBody>
      </p:sp>
      <p:sp>
        <p:nvSpPr>
          <p:cNvPr id="3" name="副标题 2">
            <a:extLst>
              <a:ext uri="{FF2B5EF4-FFF2-40B4-BE49-F238E27FC236}">
                <a16:creationId xmlns:a16="http://schemas.microsoft.com/office/drawing/2014/main" id="{59E5DACC-1D74-41AD-B036-C015472B948F}"/>
              </a:ext>
            </a:extLst>
          </p:cNvPr>
          <p:cNvSpPr>
            <a:spLocks noGrp="1"/>
          </p:cNvSpPr>
          <p:nvPr>
            <p:ph type="subTitle" idx="1"/>
          </p:nvPr>
        </p:nvSpPr>
        <p:spPr>
          <a:xfrm>
            <a:off x="-150607" y="5314278"/>
            <a:ext cx="11532607" cy="1543721"/>
          </a:xfrm>
        </p:spPr>
        <p:txBody>
          <a:bodyPr rtlCol="0">
            <a:normAutofit fontScale="55000" lnSpcReduction="20000"/>
          </a:bodyPr>
          <a:lstStyle/>
          <a:p>
            <a:r>
              <a:rPr lang="en-US" altLang="zh-CN" sz="2400" dirty="0" smtClean="0"/>
              <a:t>Tao </a:t>
            </a:r>
            <a:r>
              <a:rPr lang="en-US" altLang="zh-CN" dirty="0" smtClean="0"/>
              <a:t>Wu</a:t>
            </a:r>
          </a:p>
          <a:p>
            <a:r>
              <a:rPr lang="en-US" altLang="zh-CN" dirty="0" smtClean="0"/>
              <a:t> </a:t>
            </a:r>
            <a:endParaRPr lang="en-US" altLang="zh-CN" sz="2400" dirty="0" smtClean="0"/>
          </a:p>
          <a:p>
            <a:r>
              <a:rPr lang="en-US" altLang="zh-CN" dirty="0" err="1"/>
              <a:t>Zhujiang</a:t>
            </a:r>
            <a:r>
              <a:rPr lang="en-US" altLang="zh-CN" dirty="0"/>
              <a:t> College of South China Agricultural University</a:t>
            </a:r>
          </a:p>
          <a:p>
            <a:r>
              <a:rPr lang="en-US" altLang="zh-CN" dirty="0" smtClean="0"/>
              <a:t>ORCID</a:t>
            </a:r>
            <a:r>
              <a:rPr lang="zh-CN" altLang="en-US" dirty="0" smtClean="0"/>
              <a:t>：</a:t>
            </a:r>
            <a:r>
              <a:rPr lang="de-CH" altLang="zh-CN" dirty="0">
                <a:hlinkClick r:id="rId3"/>
              </a:rPr>
              <a:t>https://</a:t>
            </a:r>
            <a:r>
              <a:rPr lang="de-CH" altLang="zh-CN" dirty="0" smtClean="0">
                <a:hlinkClick r:id="rId3"/>
              </a:rPr>
              <a:t>orcid.org/0000-0003-3536-1845</a:t>
            </a:r>
            <a:endParaRPr lang="de-CH" altLang="zh-CN" dirty="0" smtClean="0"/>
          </a:p>
          <a:p>
            <a:r>
              <a:rPr lang="en-US" altLang="zh-CN" dirty="0"/>
              <a:t>on </a:t>
            </a:r>
            <a:r>
              <a:rPr lang="en-US" altLang="zh-CN" dirty="0">
                <a:hlinkClick r:id="rId4"/>
              </a:rPr>
              <a:t>https://www.icetc.org/is.html</a:t>
            </a:r>
            <a:endParaRPr lang="en-US" altLang="zh-CN" sz="2400" dirty="0" smtClean="0"/>
          </a:p>
          <a:p>
            <a:pPr rtl="0"/>
            <a:endParaRPr lang="en-US" altLang="zh-CN" sz="2400" dirty="0"/>
          </a:p>
        </p:txBody>
      </p:sp>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95409" y="5863590"/>
            <a:ext cx="996591" cy="994410"/>
          </a:xfrm>
          <a:prstGeom prst="rect">
            <a:avLst/>
          </a:prstGeom>
        </p:spPr>
      </p:pic>
    </p:spTree>
    <p:extLst>
      <p:ext uri="{BB962C8B-B14F-4D97-AF65-F5344CB8AC3E}">
        <p14:creationId xmlns:p14="http://schemas.microsoft.com/office/powerpoint/2010/main" val="16139758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3FF1311-DD92-45BA-B10F-C1A324C27B55}"/>
              </a:ext>
            </a:extLst>
          </p:cNvPr>
          <p:cNvSpPr>
            <a:spLocks noGrp="1"/>
          </p:cNvSpPr>
          <p:nvPr>
            <p:ph sz="half" idx="4294967295"/>
          </p:nvPr>
        </p:nvSpPr>
        <p:spPr>
          <a:xfrm>
            <a:off x="0" y="2570843"/>
            <a:ext cx="6056422" cy="3077790"/>
          </a:xfrm>
        </p:spPr>
        <p:txBody>
          <a:bodyPr rtlCol="0">
            <a:normAutofit lnSpcReduction="10000"/>
          </a:bodyPr>
          <a:lstStyle/>
          <a:p>
            <a:r>
              <a:rPr lang="en-US" altLang="zh-CN" dirty="0" smtClean="0"/>
              <a:t>Associate Professor, </a:t>
            </a:r>
            <a:r>
              <a:rPr lang="en-US" altLang="zh-CN" dirty="0" err="1" smtClean="0"/>
              <a:t>Zhujiang</a:t>
            </a:r>
            <a:r>
              <a:rPr lang="en-US" altLang="zh-CN" dirty="0" smtClean="0"/>
              <a:t> College of South China Agricultural University</a:t>
            </a:r>
            <a:endParaRPr lang="zh-CN" altLang="en-US" dirty="0" smtClean="0"/>
          </a:p>
          <a:p>
            <a:endParaRPr lang="en-US" altLang="zh-CN" dirty="0" smtClean="0"/>
          </a:p>
          <a:p>
            <a:endParaRPr lang="en-US" altLang="zh-CN" dirty="0" smtClean="0"/>
          </a:p>
          <a:p>
            <a:pPr>
              <a:buFont typeface="Wingdings" panose="05000000000000000000" pitchFamily="2" charset="2"/>
              <a:buChar char="l"/>
            </a:pPr>
            <a:r>
              <a:rPr lang="en-US" altLang="zh-CN" sz="1600" dirty="0"/>
              <a:t>Educational technology enhances learning in different </a:t>
            </a:r>
            <a:r>
              <a:rPr lang="en-US" altLang="zh-CN" sz="1600" dirty="0" smtClean="0"/>
              <a:t>environments</a:t>
            </a:r>
            <a:r>
              <a:rPr lang="zh-CN" altLang="en-US" sz="1600" dirty="0" smtClean="0"/>
              <a:t>； </a:t>
            </a:r>
            <a:endParaRPr lang="en-US" altLang="zh-CN" sz="1600" dirty="0" smtClean="0"/>
          </a:p>
          <a:p>
            <a:pPr>
              <a:buFont typeface="Wingdings" panose="05000000000000000000" pitchFamily="2" charset="2"/>
              <a:buChar char="l"/>
            </a:pPr>
            <a:r>
              <a:rPr lang="en-US" altLang="zh-CN" sz="1600" dirty="0" smtClean="0"/>
              <a:t>Curriculum </a:t>
            </a:r>
            <a:r>
              <a:rPr lang="en-US" altLang="zh-CN" sz="1600" dirty="0"/>
              <a:t>Development and </a:t>
            </a:r>
            <a:r>
              <a:rPr lang="en-US" altLang="zh-CN" sz="1600" dirty="0" smtClean="0"/>
              <a:t>Pedagogy.</a:t>
            </a:r>
          </a:p>
          <a:p>
            <a:pPr marL="0" indent="0">
              <a:buNone/>
            </a:pPr>
            <a:endParaRPr lang="zh-CN" altLang="en-US" sz="1600" dirty="0"/>
          </a:p>
          <a:p>
            <a:pPr>
              <a:buFont typeface="Wingdings" panose="05000000000000000000" pitchFamily="2" charset="2"/>
              <a:buChar char="u"/>
            </a:pPr>
            <a:r>
              <a:rPr lang="fr-FR" altLang="zh-CN" dirty="0" smtClean="0"/>
              <a:t>Phone</a:t>
            </a:r>
            <a:r>
              <a:rPr lang="fr-FR" altLang="zh-CN" dirty="0"/>
              <a:t>: +</a:t>
            </a:r>
            <a:r>
              <a:rPr lang="fr-FR" altLang="zh-CN" dirty="0" smtClean="0"/>
              <a:t>8613922253713             </a:t>
            </a:r>
            <a:r>
              <a:rPr lang="en-US" altLang="zh-CN" dirty="0" smtClean="0"/>
              <a:t>Email</a:t>
            </a:r>
            <a:r>
              <a:rPr lang="zh-CN" altLang="en-US" dirty="0" smtClean="0"/>
              <a:t>：</a:t>
            </a:r>
            <a:endParaRPr lang="zh-CN" altLang="en-US" dirty="0"/>
          </a:p>
        </p:txBody>
      </p:sp>
      <p:sp>
        <p:nvSpPr>
          <p:cNvPr id="2" name="标题 1">
            <a:extLst>
              <a:ext uri="{FF2B5EF4-FFF2-40B4-BE49-F238E27FC236}">
                <a16:creationId xmlns:a16="http://schemas.microsoft.com/office/drawing/2014/main" id="{3A76B58F-1CF7-41B5-BF70-710D7AC7941C}"/>
              </a:ext>
            </a:extLst>
          </p:cNvPr>
          <p:cNvSpPr>
            <a:spLocks noGrp="1"/>
          </p:cNvSpPr>
          <p:nvPr>
            <p:ph type="title"/>
          </p:nvPr>
        </p:nvSpPr>
        <p:spPr/>
        <p:txBody>
          <a:bodyPr rtlCol="0"/>
          <a:lstStyle/>
          <a:p>
            <a:r>
              <a:rPr lang="de-CH" altLang="zh-CN" dirty="0"/>
              <a:t>Presenter Introduction</a:t>
            </a:r>
            <a:endParaRPr lang="zh-CN" altLang="en-US" dirty="0"/>
          </a:p>
        </p:txBody>
      </p:sp>
      <p:sp>
        <p:nvSpPr>
          <p:cNvPr id="4" name="内容占位符 3">
            <a:extLst>
              <a:ext uri="{FF2B5EF4-FFF2-40B4-BE49-F238E27FC236}">
                <a16:creationId xmlns:a16="http://schemas.microsoft.com/office/drawing/2014/main" id="{7CEAEB45-73DA-4942-9673-8B5F64D72642}"/>
              </a:ext>
            </a:extLst>
          </p:cNvPr>
          <p:cNvSpPr>
            <a:spLocks noGrp="1"/>
          </p:cNvSpPr>
          <p:nvPr>
            <p:ph sz="half" idx="2"/>
          </p:nvPr>
        </p:nvSpPr>
        <p:spPr/>
        <p:txBody>
          <a:bodyPr rtlCol="0"/>
          <a:lstStyle/>
          <a:p>
            <a:pPr rtl="0"/>
            <a:endParaRPr lang="zh-CN" altLang="en-US" dirty="0"/>
          </a:p>
          <a:p>
            <a:pPr rtl="0"/>
            <a:endParaRPr lang="zh-CN" altLang="en-US" dirty="0"/>
          </a:p>
          <a:p>
            <a:pPr rtl="0"/>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1082" y="5921164"/>
            <a:ext cx="962533" cy="960427"/>
          </a:xfrm>
          <a:prstGeom prst="rect">
            <a:avLst/>
          </a:prstGeom>
        </p:spPr>
      </p:pic>
      <p:pic>
        <p:nvPicPr>
          <p:cNvPr id="7" name="图片 6"/>
          <p:cNvPicPr>
            <a:picLocks noChangeAspect="1"/>
          </p:cNvPicPr>
          <p:nvPr/>
        </p:nvPicPr>
        <p:blipFill>
          <a:blip r:embed="rId4"/>
          <a:stretch>
            <a:fillRect/>
          </a:stretch>
        </p:blipFill>
        <p:spPr>
          <a:xfrm>
            <a:off x="6187415" y="2150990"/>
            <a:ext cx="5325576" cy="3634667"/>
          </a:xfrm>
          <a:prstGeom prst="rect">
            <a:avLst/>
          </a:prstGeom>
        </p:spPr>
      </p:pic>
      <p:sp>
        <p:nvSpPr>
          <p:cNvPr id="9" name="矩形 8"/>
          <p:cNvSpPr/>
          <p:nvPr/>
        </p:nvSpPr>
        <p:spPr>
          <a:xfrm>
            <a:off x="349134" y="2138582"/>
            <a:ext cx="1704109" cy="4322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Microsoft YaHei UI" panose="020B0503020204020204" pitchFamily="34" charset="-122"/>
                <a:ea typeface="Microsoft YaHei UI" panose="020B0503020204020204" pitchFamily="34" charset="-122"/>
              </a:rPr>
              <a:t>Tao Wu</a:t>
            </a:r>
            <a:endParaRPr lang="zh-CN" altLang="en-US" dirty="0">
              <a:latin typeface="Microsoft YaHei UI" panose="020B0503020204020204" pitchFamily="34" charset="-122"/>
              <a:ea typeface="Microsoft YaHei UI" panose="020B0503020204020204" pitchFamily="34" charset="-122"/>
            </a:endParaRPr>
          </a:p>
        </p:txBody>
      </p:sp>
      <p:sp>
        <p:nvSpPr>
          <p:cNvPr id="10" name="矩形 9"/>
          <p:cNvSpPr/>
          <p:nvPr/>
        </p:nvSpPr>
        <p:spPr>
          <a:xfrm>
            <a:off x="349134" y="3458095"/>
            <a:ext cx="2568633" cy="4073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atin typeface="Microsoft YaHei UI" panose="020B0503020204020204" pitchFamily="34" charset="-122"/>
                <a:ea typeface="Microsoft YaHei UI" panose="020B0503020204020204" pitchFamily="34" charset="-122"/>
              </a:rPr>
              <a:t>Research interest</a:t>
            </a:r>
            <a:endParaRPr lang="zh-CN" altLang="en-US" dirty="0">
              <a:latin typeface="Microsoft YaHei UI" panose="020B0503020204020204" pitchFamily="34" charset="-122"/>
              <a:ea typeface="Microsoft YaHei UI" panose="020B0503020204020204" pitchFamily="34" charset="-122"/>
            </a:endParaRPr>
          </a:p>
        </p:txBody>
      </p:sp>
      <p:sp>
        <p:nvSpPr>
          <p:cNvPr id="11" name="矩形 10"/>
          <p:cNvSpPr/>
          <p:nvPr/>
        </p:nvSpPr>
        <p:spPr>
          <a:xfrm>
            <a:off x="317006" y="4868994"/>
            <a:ext cx="2711205" cy="299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altLang="zh-CN" dirty="0">
                <a:latin typeface="Microsoft YaHei UI" panose="020B0503020204020204" pitchFamily="34" charset="-122"/>
                <a:ea typeface="Microsoft YaHei UI" panose="020B0503020204020204" pitchFamily="34" charset="-122"/>
              </a:rPr>
              <a:t>Contact Information</a:t>
            </a:r>
          </a:p>
        </p:txBody>
      </p:sp>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56942" y="5648633"/>
            <a:ext cx="1209367" cy="1209367"/>
          </a:xfrm>
          <a:prstGeom prst="rect">
            <a:avLst/>
          </a:prstGeom>
        </p:spPr>
      </p:pic>
    </p:spTree>
    <p:extLst>
      <p:ext uri="{BB962C8B-B14F-4D97-AF65-F5344CB8AC3E}">
        <p14:creationId xmlns:p14="http://schemas.microsoft.com/office/powerpoint/2010/main" val="2131043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E65665-583F-4DD8-814D-FECA92009E9A}"/>
              </a:ext>
            </a:extLst>
          </p:cNvPr>
          <p:cNvSpPr>
            <a:spLocks noGrp="1"/>
          </p:cNvSpPr>
          <p:nvPr>
            <p:ph type="title"/>
          </p:nvPr>
        </p:nvSpPr>
        <p:spPr bwMode="white">
          <a:xfrm>
            <a:off x="-1" y="294968"/>
            <a:ext cx="12064181" cy="5305732"/>
          </a:xfrm>
        </p:spPr>
        <p:txBody>
          <a:bodyPr rtlCol="0"/>
          <a:lstStyle/>
          <a:p>
            <a:r>
              <a:rPr lang="en-US" altLang="zh-CN" sz="4000" dirty="0"/>
              <a:t>Embracing the digital education era and seizing opportunities through innovative </a:t>
            </a:r>
            <a:r>
              <a:rPr lang="en-US" altLang="zh-CN" sz="4000" dirty="0" smtClean="0"/>
              <a:t>means</a:t>
            </a:r>
            <a:endParaRPr lang="en-US" altLang="zh-CN" sz="4000" dirty="0"/>
          </a:p>
        </p:txBody>
      </p:sp>
    </p:spTree>
    <p:extLst>
      <p:ext uri="{BB962C8B-B14F-4D97-AF65-F5344CB8AC3E}">
        <p14:creationId xmlns:p14="http://schemas.microsoft.com/office/powerpoint/2010/main" val="38690944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16498D-2480-4101-BEA1-C21902705539}"/>
              </a:ext>
            </a:extLst>
          </p:cNvPr>
          <p:cNvSpPr>
            <a:spLocks noGrp="1"/>
          </p:cNvSpPr>
          <p:nvPr>
            <p:ph type="title"/>
          </p:nvPr>
        </p:nvSpPr>
        <p:spPr>
          <a:xfrm>
            <a:off x="451514" y="375313"/>
            <a:ext cx="5114017" cy="1139895"/>
          </a:xfrm>
        </p:spPr>
        <p:txBody>
          <a:bodyPr rtlCol="0"/>
          <a:lstStyle/>
          <a:p>
            <a:pPr rtl="0"/>
            <a:r>
              <a:rPr lang="en-US" altLang="zh-CN" dirty="0" smtClean="0"/>
              <a:t>Outline</a:t>
            </a:r>
            <a:endParaRPr lang="zh-CN" altLang="en-US" dirty="0"/>
          </a:p>
        </p:txBody>
      </p:sp>
      <p:sp>
        <p:nvSpPr>
          <p:cNvPr id="3" name="内容占位符 2">
            <a:extLst>
              <a:ext uri="{FF2B5EF4-FFF2-40B4-BE49-F238E27FC236}">
                <a16:creationId xmlns:a16="http://schemas.microsoft.com/office/drawing/2014/main" id="{21CF0C0B-47F1-464B-88EF-B1989663479C}"/>
              </a:ext>
            </a:extLst>
          </p:cNvPr>
          <p:cNvSpPr>
            <a:spLocks noGrp="1"/>
          </p:cNvSpPr>
          <p:nvPr>
            <p:ph sz="half" idx="1"/>
          </p:nvPr>
        </p:nvSpPr>
        <p:spPr/>
        <p:txBody>
          <a:bodyPr rtlCol="0"/>
          <a:lstStyle/>
          <a:p>
            <a:pPr marL="0" indent="0" algn="ctr" rtl="0">
              <a:buNone/>
            </a:pPr>
            <a:r>
              <a:rPr lang="en-US" altLang="zh-CN" dirty="0"/>
              <a:t>[</a:t>
            </a:r>
            <a:r>
              <a:rPr lang="zh-CN" altLang="en-US" dirty="0"/>
              <a:t>使用此空间放置最能捕捉主要观点 </a:t>
            </a:r>
            <a:r>
              <a:rPr lang="en-US" altLang="zh-CN" dirty="0"/>
              <a:t>#1 </a:t>
            </a:r>
            <a:r>
              <a:rPr lang="zh-CN" altLang="en-US" dirty="0"/>
              <a:t>的图像</a:t>
            </a:r>
            <a:r>
              <a:rPr lang="en-US" altLang="zh-CN" dirty="0"/>
              <a:t>]</a:t>
            </a:r>
          </a:p>
        </p:txBody>
      </p:sp>
      <p:sp>
        <p:nvSpPr>
          <p:cNvPr id="4" name="内容占位符 3">
            <a:extLst>
              <a:ext uri="{FF2B5EF4-FFF2-40B4-BE49-F238E27FC236}">
                <a16:creationId xmlns:a16="http://schemas.microsoft.com/office/drawing/2014/main" id="{9353A980-ADD3-49DF-ACFE-8E50E3F2ABCF}"/>
              </a:ext>
            </a:extLst>
          </p:cNvPr>
          <p:cNvSpPr>
            <a:spLocks noGrp="1"/>
          </p:cNvSpPr>
          <p:nvPr>
            <p:ph sz="half" idx="13"/>
          </p:nvPr>
        </p:nvSpPr>
        <p:spPr/>
        <p:txBody>
          <a:bodyPr rtlCol="0">
            <a:normAutofit fontScale="92500" lnSpcReduction="20000"/>
          </a:bodyPr>
          <a:lstStyle/>
          <a:p>
            <a:pPr marL="571500" indent="-571500">
              <a:buFont typeface="+mj-lt"/>
              <a:buAutoNum type="romanUcPeriod"/>
            </a:pPr>
            <a:r>
              <a:rPr lang="en-US" altLang="zh-CN" dirty="0" smtClean="0"/>
              <a:t>Introduction</a:t>
            </a:r>
            <a:endParaRPr lang="en-US" altLang="zh-CN" dirty="0"/>
          </a:p>
          <a:p>
            <a:pPr marL="571500" indent="-571500">
              <a:buFont typeface="+mj-lt"/>
              <a:buAutoNum type="romanUcPeriod"/>
            </a:pPr>
            <a:r>
              <a:rPr lang="de-CH" altLang="zh-CN" dirty="0" smtClean="0"/>
              <a:t>Background</a:t>
            </a:r>
            <a:endParaRPr lang="zh-CN" altLang="en-US" dirty="0"/>
          </a:p>
          <a:p>
            <a:pPr marL="571500" indent="-571500">
              <a:buFont typeface="+mj-lt"/>
              <a:buAutoNum type="romanUcPeriod"/>
            </a:pPr>
            <a:r>
              <a:rPr lang="en-US" altLang="zh-CN" dirty="0" smtClean="0"/>
              <a:t>Literature Review</a:t>
            </a:r>
            <a:endParaRPr lang="zh-CN" altLang="en-US" dirty="0"/>
          </a:p>
          <a:p>
            <a:pPr marL="571500" indent="-571500">
              <a:buFont typeface="+mj-lt"/>
              <a:buAutoNum type="romanUcPeriod"/>
            </a:pPr>
            <a:r>
              <a:rPr lang="en-US" altLang="zh-CN" dirty="0"/>
              <a:t>Local Deployment of RAG Systems and Personalized </a:t>
            </a:r>
            <a:r>
              <a:rPr lang="en-US" altLang="zh-CN" dirty="0" smtClean="0"/>
              <a:t>Learning</a:t>
            </a:r>
          </a:p>
          <a:p>
            <a:pPr marL="571500" indent="-571500">
              <a:buFont typeface="+mj-lt"/>
              <a:buAutoNum type="romanUcPeriod"/>
            </a:pPr>
            <a:r>
              <a:rPr lang="en-US" altLang="zh-CN" dirty="0"/>
              <a:t>Advantages and Architecture of Locally Deployed RAG </a:t>
            </a:r>
            <a:r>
              <a:rPr lang="en-US" altLang="zh-CN" dirty="0" smtClean="0"/>
              <a:t>Systems</a:t>
            </a:r>
          </a:p>
          <a:p>
            <a:pPr marL="571500" indent="-571500">
              <a:buFont typeface="+mj-lt"/>
              <a:buAutoNum type="romanUcPeriod"/>
            </a:pPr>
            <a:r>
              <a:rPr lang="en-US" altLang="zh-CN" dirty="0" smtClean="0"/>
              <a:t>Teaching Case</a:t>
            </a:r>
          </a:p>
          <a:p>
            <a:pPr marL="571500" indent="-571500">
              <a:buFont typeface="+mj-lt"/>
              <a:buAutoNum type="romanUcPeriod"/>
            </a:pPr>
            <a:r>
              <a:rPr lang="de-CH" altLang="zh-CN" dirty="0"/>
              <a:t>Future outlook and </a:t>
            </a:r>
            <a:r>
              <a:rPr lang="de-CH" altLang="zh-CN" dirty="0" smtClean="0"/>
              <a:t>opportunities</a:t>
            </a:r>
          </a:p>
          <a:p>
            <a:pPr marL="0" indent="0">
              <a:buNone/>
            </a:pPr>
            <a:r>
              <a:rPr lang="en-US" altLang="zh-CN" dirty="0" smtClean="0"/>
              <a:t>    Q&amp;A</a:t>
            </a:r>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514" y="2213022"/>
            <a:ext cx="5475461" cy="3648026"/>
          </a:xfrm>
          <a:prstGeom prst="rect">
            <a:avLst/>
          </a:prstGeom>
        </p:spPr>
      </p:pic>
    </p:spTree>
    <p:extLst>
      <p:ext uri="{BB962C8B-B14F-4D97-AF65-F5344CB8AC3E}">
        <p14:creationId xmlns:p14="http://schemas.microsoft.com/office/powerpoint/2010/main" val="38955839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63FF28-EDA9-498B-BF3A-243D718DD7DF}"/>
              </a:ext>
            </a:extLst>
          </p:cNvPr>
          <p:cNvSpPr>
            <a:spLocks noGrp="1"/>
          </p:cNvSpPr>
          <p:nvPr>
            <p:ph type="title"/>
          </p:nvPr>
        </p:nvSpPr>
        <p:spPr/>
        <p:txBody>
          <a:bodyPr rtlCol="0"/>
          <a:lstStyle/>
          <a:p>
            <a:r>
              <a:rPr lang="en-US" altLang="zh-CN" dirty="0" smtClean="0"/>
              <a:t>Introduction</a:t>
            </a:r>
            <a:endParaRPr lang="zh-CN" altLang="en-US" dirty="0"/>
          </a:p>
        </p:txBody>
      </p:sp>
      <p:sp>
        <p:nvSpPr>
          <p:cNvPr id="3" name="内容占位符 2">
            <a:extLst>
              <a:ext uri="{FF2B5EF4-FFF2-40B4-BE49-F238E27FC236}">
                <a16:creationId xmlns:a16="http://schemas.microsoft.com/office/drawing/2014/main" id="{6A720854-4AFC-4B68-944A-8A368C9A8619}"/>
              </a:ext>
            </a:extLst>
          </p:cNvPr>
          <p:cNvSpPr>
            <a:spLocks noGrp="1"/>
          </p:cNvSpPr>
          <p:nvPr>
            <p:ph sz="half" idx="1"/>
          </p:nvPr>
        </p:nvSpPr>
        <p:spPr/>
        <p:txBody>
          <a:bodyPr rtlCol="0">
            <a:normAutofit/>
          </a:bodyPr>
          <a:lstStyle/>
          <a:p>
            <a:r>
              <a:rPr lang="en-US" altLang="zh-CN" dirty="0" smtClean="0"/>
              <a:t>Understanding Retrieval-Augmented </a:t>
            </a:r>
            <a:r>
              <a:rPr lang="en-US" altLang="zh-CN" dirty="0"/>
              <a:t>Generation (RAG</a:t>
            </a:r>
            <a:r>
              <a:rPr lang="en-US" altLang="zh-CN" dirty="0" smtClean="0"/>
              <a:t>)</a:t>
            </a:r>
          </a:p>
          <a:p>
            <a:r>
              <a:rPr lang="en-US" altLang="zh-CN" dirty="0"/>
              <a:t>Retrieval-Augmented Generation (</a:t>
            </a:r>
            <a:r>
              <a:rPr lang="en-US" altLang="zh-CN" dirty="0" smtClean="0"/>
              <a:t>RAG)s </a:t>
            </a:r>
            <a:r>
              <a:rPr lang="en-US" altLang="zh-CN" dirty="0"/>
              <a:t>potential in </a:t>
            </a:r>
            <a:r>
              <a:rPr lang="en-US" altLang="zh-CN" dirty="0" smtClean="0"/>
              <a:t>education</a:t>
            </a:r>
          </a:p>
          <a:p>
            <a:r>
              <a:rPr lang="en-US" altLang="zh-CN" dirty="0"/>
              <a:t> Aim and Scope of the RAG </a:t>
            </a:r>
            <a:r>
              <a:rPr lang="en-US" altLang="zh-CN" dirty="0" smtClean="0"/>
              <a:t>Application</a:t>
            </a:r>
          </a:p>
          <a:p>
            <a:endParaRPr lang="en-US" altLang="zh-CN" dirty="0" smtClean="0"/>
          </a:p>
          <a:p>
            <a:pPr rtl="0"/>
            <a:endParaRPr lang="zh-CN" altLang="en-US" dirty="0"/>
          </a:p>
        </p:txBody>
      </p:sp>
      <p:sp>
        <p:nvSpPr>
          <p:cNvPr id="4" name="内容占位符 3">
            <a:extLst>
              <a:ext uri="{FF2B5EF4-FFF2-40B4-BE49-F238E27FC236}">
                <a16:creationId xmlns:a16="http://schemas.microsoft.com/office/drawing/2014/main" id="{60322649-994F-4A10-ADE4-7A676293A71C}"/>
              </a:ext>
            </a:extLst>
          </p:cNvPr>
          <p:cNvSpPr>
            <a:spLocks noGrp="1"/>
          </p:cNvSpPr>
          <p:nvPr>
            <p:ph sz="half" idx="2"/>
          </p:nvPr>
        </p:nvSpPr>
        <p:spPr/>
        <p:txBody>
          <a:bodyPr rtlCol="0">
            <a:normAutofit/>
          </a:bodyPr>
          <a:lstStyle/>
          <a:p>
            <a:pPr marL="0" indent="0" algn="ctr" rtl="0">
              <a:buNone/>
            </a:pPr>
            <a:r>
              <a:rPr lang="en-US" altLang="zh-CN" dirty="0"/>
              <a:t>[</a:t>
            </a:r>
            <a:r>
              <a:rPr lang="zh-CN" altLang="en-US" dirty="0"/>
              <a:t>使用此空间放置最能捕捉主要观点 </a:t>
            </a:r>
            <a:r>
              <a:rPr lang="en-US" altLang="zh-CN" dirty="0"/>
              <a:t>#2 </a:t>
            </a:r>
            <a:r>
              <a:rPr lang="zh-CN" altLang="en-US" dirty="0"/>
              <a:t>的图像</a:t>
            </a:r>
            <a:r>
              <a:rPr lang="en-US" altLang="zh-CN" dirty="0"/>
              <a:t>]</a:t>
            </a:r>
            <a:endParaRPr lang="zh-CN" altLang="en-US" dirty="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1462" y="2319251"/>
            <a:ext cx="5451180" cy="3316778"/>
          </a:xfrm>
          <a:prstGeom prst="rect">
            <a:avLst/>
          </a:prstGeom>
        </p:spPr>
      </p:pic>
    </p:spTree>
    <p:extLst>
      <p:ext uri="{BB962C8B-B14F-4D97-AF65-F5344CB8AC3E}">
        <p14:creationId xmlns:p14="http://schemas.microsoft.com/office/powerpoint/2010/main" val="33789192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72EB31-E42B-4D0C-AFEC-3EBBBBE96FC6}"/>
              </a:ext>
            </a:extLst>
          </p:cNvPr>
          <p:cNvSpPr>
            <a:spLocks noGrp="1"/>
          </p:cNvSpPr>
          <p:nvPr>
            <p:ph type="title"/>
          </p:nvPr>
        </p:nvSpPr>
        <p:spPr/>
        <p:txBody>
          <a:bodyPr rtlCol="0"/>
          <a:lstStyle/>
          <a:p>
            <a:pPr rtl="0"/>
            <a:r>
              <a:rPr lang="en-US" altLang="zh-CN" dirty="0" smtClean="0"/>
              <a:t>Background</a:t>
            </a:r>
            <a:endParaRPr lang="en-US" altLang="zh-CN" dirty="0"/>
          </a:p>
        </p:txBody>
      </p:sp>
      <p:sp>
        <p:nvSpPr>
          <p:cNvPr id="8" name="内容占位符 7">
            <a:extLst>
              <a:ext uri="{FF2B5EF4-FFF2-40B4-BE49-F238E27FC236}">
                <a16:creationId xmlns:a16="http://schemas.microsoft.com/office/drawing/2014/main" id="{6DC2F8CF-EF79-4D27-9142-5A30FB039A46}"/>
              </a:ext>
            </a:extLst>
          </p:cNvPr>
          <p:cNvSpPr>
            <a:spLocks noGrp="1"/>
          </p:cNvSpPr>
          <p:nvPr>
            <p:ph sz="quarter" idx="4294967295"/>
          </p:nvPr>
        </p:nvSpPr>
        <p:spPr>
          <a:xfrm>
            <a:off x="6096001" y="0"/>
            <a:ext cx="6096000" cy="6858000"/>
          </a:xfrm>
        </p:spPr>
        <p:txBody>
          <a:bodyPr rtlCol="0">
            <a:normAutofit/>
          </a:bodyPr>
          <a:lstStyle/>
          <a:p>
            <a:pPr marL="457200" lvl="1" indent="0" algn="ctr" rtl="0">
              <a:buNone/>
            </a:pPr>
            <a:r>
              <a:rPr lang="en-US" altLang="zh-CN" sz="3600" dirty="0" smtClean="0"/>
              <a:t>What is the problem for LLM</a:t>
            </a:r>
            <a:r>
              <a:rPr lang="zh-CN" altLang="en-US" sz="3600" dirty="0" smtClean="0"/>
              <a:t>？</a:t>
            </a:r>
            <a:endParaRPr lang="en-US" altLang="zh-CN" sz="3600" dirty="0" smtClean="0"/>
          </a:p>
          <a:p>
            <a:pPr lvl="1">
              <a:buFont typeface="Wingdings" panose="05000000000000000000" pitchFamily="2" charset="2"/>
              <a:buChar char="u"/>
            </a:pPr>
            <a:r>
              <a:rPr lang="en-US" altLang="zh-CN" sz="1800" b="1" dirty="0">
                <a:latin typeface="Times New Roman" panose="02020603050405020304" pitchFamily="18" charset="0"/>
                <a:cs typeface="Times New Roman" panose="02020603050405020304" pitchFamily="18" charset="0"/>
              </a:rPr>
              <a:t>Limited Context Windows: </a:t>
            </a:r>
            <a:r>
              <a:rPr lang="en-US" altLang="zh-CN" sz="1800" dirty="0">
                <a:latin typeface="Times New Roman" panose="02020603050405020304" pitchFamily="18" charset="0"/>
                <a:cs typeface="Times New Roman" panose="02020603050405020304" pitchFamily="18" charset="0"/>
              </a:rPr>
              <a:t>Inability to process and understand large amounts of context</a:t>
            </a:r>
          </a:p>
          <a:p>
            <a:pPr lvl="1">
              <a:buFont typeface="Wingdings" panose="05000000000000000000" pitchFamily="2" charset="2"/>
              <a:buChar char="u"/>
            </a:pPr>
            <a:r>
              <a:rPr lang="en-US" altLang="zh-CN" sz="1800" b="1" dirty="0">
                <a:latin typeface="Times New Roman" panose="02020603050405020304" pitchFamily="18" charset="0"/>
                <a:cs typeface="Times New Roman" panose="02020603050405020304" pitchFamily="18" charset="0"/>
              </a:rPr>
              <a:t>Specialized Content Generation: </a:t>
            </a:r>
            <a:r>
              <a:rPr lang="en-US" altLang="zh-CN" sz="1800" dirty="0">
                <a:latin typeface="Times New Roman" panose="02020603050405020304" pitchFamily="18" charset="0"/>
                <a:cs typeface="Times New Roman" panose="02020603050405020304" pitchFamily="18" charset="0"/>
              </a:rPr>
              <a:t>Difficulty in generating accurate and specialized content</a:t>
            </a:r>
          </a:p>
          <a:p>
            <a:pPr lvl="1">
              <a:buFont typeface="Wingdings" panose="05000000000000000000" pitchFamily="2" charset="2"/>
              <a:buChar char="u"/>
            </a:pPr>
            <a:r>
              <a:rPr lang="en-US" altLang="zh-CN" sz="1800" b="1" dirty="0">
                <a:latin typeface="Times New Roman" panose="02020603050405020304" pitchFamily="18" charset="0"/>
                <a:cs typeface="Times New Roman" panose="02020603050405020304" pitchFamily="18" charset="0"/>
              </a:rPr>
              <a:t>Generalized Expressions: </a:t>
            </a:r>
            <a:r>
              <a:rPr lang="en-US" altLang="zh-CN" sz="1800" dirty="0">
                <a:latin typeface="Times New Roman" panose="02020603050405020304" pitchFamily="18" charset="0"/>
                <a:cs typeface="Times New Roman" panose="02020603050405020304" pitchFamily="18" charset="0"/>
              </a:rPr>
              <a:t>Tendency to produce generic and non-specific responses</a:t>
            </a:r>
          </a:p>
          <a:p>
            <a:pPr lvl="1">
              <a:buFont typeface="Wingdings" panose="05000000000000000000" pitchFamily="2" charset="2"/>
              <a:buChar char="u"/>
            </a:pPr>
            <a:r>
              <a:rPr lang="en-US" altLang="zh-CN" sz="1800" b="1" dirty="0">
                <a:latin typeface="Times New Roman" panose="02020603050405020304" pitchFamily="18" charset="0"/>
                <a:cs typeface="Times New Roman" panose="02020603050405020304" pitchFamily="18" charset="0"/>
              </a:rPr>
              <a:t>Hallucinations: </a:t>
            </a:r>
            <a:r>
              <a:rPr lang="en-US" altLang="zh-CN" sz="1800" dirty="0">
                <a:latin typeface="Times New Roman" panose="02020603050405020304" pitchFamily="18" charset="0"/>
                <a:cs typeface="Times New Roman" panose="02020603050405020304" pitchFamily="18" charset="0"/>
              </a:rPr>
              <a:t>Interference of false or irrelevant information in generated content</a:t>
            </a:r>
            <a:endParaRPr lang="en-US" altLang="zh-CN" sz="1800" dirty="0" smtClean="0">
              <a:latin typeface="Times New Roman" panose="02020603050405020304" pitchFamily="18" charset="0"/>
              <a:cs typeface="Times New Roman" panose="02020603050405020304" pitchFamily="18" charset="0"/>
            </a:endParaRPr>
          </a:p>
        </p:txBody>
      </p:sp>
      <p:sp>
        <p:nvSpPr>
          <p:cNvPr id="7" name="文本占位符 6">
            <a:extLst>
              <a:ext uri="{FF2B5EF4-FFF2-40B4-BE49-F238E27FC236}">
                <a16:creationId xmlns:a16="http://schemas.microsoft.com/office/drawing/2014/main" id="{7AEDA915-86E4-4D85-B4D0-551FDABC6F00}"/>
              </a:ext>
            </a:extLst>
          </p:cNvPr>
          <p:cNvSpPr>
            <a:spLocks noGrp="1"/>
          </p:cNvSpPr>
          <p:nvPr>
            <p:ph type="body" sz="half" idx="4294967295"/>
          </p:nvPr>
        </p:nvSpPr>
        <p:spPr>
          <a:xfrm>
            <a:off x="590395" y="1905002"/>
            <a:ext cx="5334449" cy="3913908"/>
          </a:xfrm>
        </p:spPr>
        <p:txBody>
          <a:bodyPr rtlCol="0">
            <a:normAutofit fontScale="92500" lnSpcReduction="20000"/>
          </a:bodyPr>
          <a:lstStyle/>
          <a:p>
            <a:pPr lvl="0"/>
            <a:r>
              <a:rPr lang="en-US" altLang="zh-CN" dirty="0"/>
              <a:t>Generative AI, particularly Large Language Models (LLMs), has emerged as a transformative force in education, providing numerous opportunities to enhance interaction and engagement in the learning process.</a:t>
            </a:r>
          </a:p>
          <a:p>
            <a:pPr lvl="0"/>
            <a:r>
              <a:rPr lang="en-US" altLang="zh-CN" dirty="0"/>
              <a:t>LLMs are designed to provide personalized learning experiences by adapting content and explanations to individual student needs, fostering a more engaging and effective learning </a:t>
            </a:r>
            <a:r>
              <a:rPr lang="en-US" altLang="zh-CN" dirty="0" smtClean="0"/>
              <a:t>environment.</a:t>
            </a:r>
            <a:endParaRPr lang="en-US" altLang="zh-CN" dirty="0"/>
          </a:p>
          <a:p>
            <a:pPr lvl="0"/>
            <a:r>
              <a:rPr lang="en-US" altLang="zh-CN" dirty="0"/>
              <a:t>However, the implementation of generative AI in education requires careful consideration of several key factors, including ethical implications, privacy, and the need for human oversight to ensure the accuracy and appropriateness of </a:t>
            </a:r>
            <a:r>
              <a:rPr lang="en-US" altLang="zh-CN" dirty="0" smtClean="0"/>
              <a:t>content.</a:t>
            </a:r>
            <a:endParaRPr lang="en-US" altLang="zh-CN" dirty="0"/>
          </a:p>
        </p:txBody>
      </p:sp>
    </p:spTree>
    <p:extLst>
      <p:ext uri="{BB962C8B-B14F-4D97-AF65-F5344CB8AC3E}">
        <p14:creationId xmlns:p14="http://schemas.microsoft.com/office/powerpoint/2010/main" val="15415466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D597A3-CAEC-4FBF-94DF-5925729E0C97}"/>
              </a:ext>
            </a:extLst>
          </p:cNvPr>
          <p:cNvSpPr>
            <a:spLocks noGrp="1"/>
          </p:cNvSpPr>
          <p:nvPr>
            <p:ph type="title"/>
          </p:nvPr>
        </p:nvSpPr>
        <p:spPr bwMode="white"/>
        <p:txBody>
          <a:bodyPr rtlCol="0"/>
          <a:lstStyle/>
          <a:p>
            <a:pPr rtl="0"/>
            <a:r>
              <a:rPr lang="en-US" altLang="zh-CN" dirty="0" smtClean="0"/>
              <a:t>Literature review</a:t>
            </a:r>
            <a:endParaRPr lang="en-US" altLang="zh-CN" dirty="0"/>
          </a:p>
        </p:txBody>
      </p:sp>
      <p:sp>
        <p:nvSpPr>
          <p:cNvPr id="3" name="内容占位符 2">
            <a:extLst>
              <a:ext uri="{FF2B5EF4-FFF2-40B4-BE49-F238E27FC236}">
                <a16:creationId xmlns:a16="http://schemas.microsoft.com/office/drawing/2014/main" id="{77EF5FD3-E825-420F-8A22-D0B5F329468F}"/>
              </a:ext>
            </a:extLst>
          </p:cNvPr>
          <p:cNvSpPr>
            <a:spLocks noGrp="1"/>
          </p:cNvSpPr>
          <p:nvPr>
            <p:ph sz="half" idx="2"/>
          </p:nvPr>
        </p:nvSpPr>
        <p:spPr>
          <a:xfrm>
            <a:off x="120044" y="1898089"/>
            <a:ext cx="6887585" cy="4860157"/>
          </a:xfrm>
        </p:spPr>
        <p:txBody>
          <a:bodyPr rtlCol="0">
            <a:normAutofit fontScale="70000" lnSpcReduction="20000"/>
          </a:bodyPr>
          <a:lstStyle/>
          <a:p>
            <a:r>
              <a:rPr lang="en-US" altLang="zh-CN" dirty="0">
                <a:cs typeface="Tahoma" panose="020B0604030504040204" pitchFamily="34" charset="0"/>
              </a:rPr>
              <a:t>Applications of LLMs in education include generating learning materials, providing instant tutoring support, and reducing instructor </a:t>
            </a:r>
            <a:r>
              <a:rPr lang="en-US" altLang="zh-CN" dirty="0" smtClean="0">
                <a:cs typeface="Tahoma" panose="020B0604030504040204" pitchFamily="34" charset="0"/>
              </a:rPr>
              <a:t>workload.</a:t>
            </a:r>
            <a:endParaRPr lang="en-US" altLang="zh-CN" dirty="0">
              <a:cs typeface="Tahoma" panose="020B0604030504040204" pitchFamily="34" charset="0"/>
            </a:endParaRPr>
          </a:p>
          <a:p>
            <a:r>
              <a:rPr lang="en-US" altLang="zh-CN" dirty="0">
                <a:cs typeface="Tahoma" panose="020B0604030504040204" pitchFamily="34" charset="0"/>
              </a:rPr>
              <a:t>Retrieval-Augmented Generation (RAG) has emerged as a prominent solution to address key challenges faced by LLMs, such as hallucination and outdated knowledge, by integrating external databases to increase accuracy and credibility in knowledge-intensive </a:t>
            </a:r>
            <a:r>
              <a:rPr lang="en-US" altLang="zh-CN" dirty="0" smtClean="0">
                <a:cs typeface="Tahoma" panose="020B0604030504040204" pitchFamily="34" charset="0"/>
              </a:rPr>
              <a:t>tasks</a:t>
            </a:r>
            <a:endParaRPr lang="en-US" altLang="zh-CN" dirty="0">
              <a:cs typeface="Tahoma" panose="020B0604030504040204" pitchFamily="34" charset="0"/>
            </a:endParaRPr>
          </a:p>
          <a:p>
            <a:r>
              <a:rPr lang="en-US" altLang="zh-CN" dirty="0">
                <a:cs typeface="Tahoma" panose="020B0604030504040204" pitchFamily="34" charset="0"/>
              </a:rPr>
              <a:t>In the educational context, RAG has significant potential to improve various aspects of learning and teaching, such as creating personalized learning content, powering intelligent tutoring systems, and supporting curriculum development, assessment, and research[24-26</a:t>
            </a:r>
            <a:r>
              <a:rPr lang="en-US" altLang="zh-CN" dirty="0" smtClean="0">
                <a:cs typeface="Tahoma" panose="020B0604030504040204" pitchFamily="34" charset="0"/>
              </a:rPr>
              <a:t>].</a:t>
            </a:r>
            <a:endParaRPr lang="en-US" altLang="zh-CN" dirty="0">
              <a:cs typeface="Tahoma" panose="020B0604030504040204" pitchFamily="34" charset="0"/>
            </a:endParaRPr>
          </a:p>
        </p:txBody>
      </p:sp>
      <p:sp>
        <p:nvSpPr>
          <p:cNvPr id="5" name="矩形 4"/>
          <p:cNvSpPr/>
          <p:nvPr/>
        </p:nvSpPr>
        <p:spPr>
          <a:xfrm>
            <a:off x="7215447" y="1961804"/>
            <a:ext cx="4896197" cy="46966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de-CH" altLang="zh-CN" sz="1200" dirty="0">
                <a:latin typeface="Times New Roman" panose="02020603050405020304" pitchFamily="18" charset="0"/>
                <a:cs typeface="Times New Roman" panose="02020603050405020304" pitchFamily="18" charset="0"/>
              </a:rPr>
              <a:t>A. Abd-Alrazaq, R. AlSaad, D. Alhuwail, A. Ahmed, P. M. Healy, S. Latifi, S. Aziz, R. Damseh, S. Alabed Alrazak, and J. Sheikh, “Large Language Models in Medical Education: Opportunities, Challenges, and Future Directions,” JMIR Med Educ, vol. 9, pp. e48291, Jun 1, 2023.</a:t>
            </a:r>
          </a:p>
          <a:p>
            <a:pPr marL="342900" indent="-342900">
              <a:buFont typeface="+mj-lt"/>
              <a:buAutoNum type="arabicPeriod"/>
            </a:pPr>
            <a:r>
              <a:rPr lang="de-CH" altLang="zh-CN" sz="1200" dirty="0" smtClean="0">
                <a:latin typeface="Times New Roman" panose="02020603050405020304" pitchFamily="18" charset="0"/>
                <a:cs typeface="Times New Roman" panose="02020603050405020304" pitchFamily="18" charset="0"/>
              </a:rPr>
              <a:t>C</a:t>
            </a:r>
            <a:r>
              <a:rPr lang="de-CH" altLang="zh-CN" sz="1200" dirty="0">
                <a:latin typeface="Times New Roman" panose="02020603050405020304" pitchFamily="18" charset="0"/>
                <a:cs typeface="Times New Roman" panose="02020603050405020304" pitchFamily="18" charset="0"/>
              </a:rPr>
              <a:t>. D. Kloos, C. Alario-Hoyos, I. Estévez-Ayres, P. Callejo-Pinardo, M. A. Hombrados-Herrera, P. J. Muñoz-Merino, P. M. Moreno-Marcos, M. Muñoz-Organero, and M. B. Ibáñez, "How can Generative AI Support Education?." pp. 1-7</a:t>
            </a:r>
            <a:r>
              <a:rPr lang="de-CH" altLang="zh-CN" sz="1200" dirty="0" smtClean="0">
                <a:latin typeface="Times New Roman" panose="02020603050405020304" pitchFamily="18" charset="0"/>
                <a:cs typeface="Times New Roman" panose="02020603050405020304" pitchFamily="18" charset="0"/>
              </a:rPr>
              <a:t>.</a:t>
            </a:r>
          </a:p>
          <a:p>
            <a:pPr marL="342900" indent="-342900">
              <a:buFont typeface="+mj-lt"/>
              <a:buAutoNum type="arabicPeriod"/>
            </a:pPr>
            <a:r>
              <a:rPr lang="de-CH" altLang="zh-CN" sz="1200" dirty="0">
                <a:latin typeface="Times New Roman" panose="02020603050405020304" pitchFamily="18" charset="0"/>
                <a:cs typeface="Times New Roman" panose="02020603050405020304" pitchFamily="18" charset="0"/>
              </a:rPr>
              <a:t>J. Chen, H. Lin, X. Han, and L. Sun, "Benchmarking large language models in retrieval-augmented generation." pp. 17754-17762.</a:t>
            </a:r>
          </a:p>
          <a:p>
            <a:pPr marL="342900" indent="-342900">
              <a:buFont typeface="+mj-lt"/>
              <a:buAutoNum type="arabicPeriod"/>
            </a:pPr>
            <a:r>
              <a:rPr lang="de-CH" altLang="zh-CN" sz="1200" dirty="0" smtClean="0">
                <a:latin typeface="Times New Roman" panose="02020603050405020304" pitchFamily="18" charset="0"/>
                <a:cs typeface="Times New Roman" panose="02020603050405020304" pitchFamily="18" charset="0"/>
              </a:rPr>
              <a:t>M</a:t>
            </a:r>
            <a:r>
              <a:rPr lang="de-CH" altLang="zh-CN" sz="1200" dirty="0">
                <a:latin typeface="Times New Roman" panose="02020603050405020304" pitchFamily="18" charset="0"/>
                <a:cs typeface="Times New Roman" panose="02020603050405020304" pitchFamily="18" charset="0"/>
              </a:rPr>
              <a:t>. Kang, S. Lee, J. Baek, K. Kawaguchi, and S. J. Hwang, “Knowledge-augmented reasoning distillation for small language models in knowledge-intensive tasks,” Advances in Neural Information Processing Systems, vol. 36, </a:t>
            </a:r>
            <a:r>
              <a:rPr lang="de-CH" altLang="zh-CN" sz="1200" dirty="0" smtClean="0">
                <a:latin typeface="Times New Roman" panose="02020603050405020304" pitchFamily="18" charset="0"/>
                <a:cs typeface="Times New Roman" panose="02020603050405020304" pitchFamily="18" charset="0"/>
              </a:rPr>
              <a:t>2024</a:t>
            </a:r>
          </a:p>
          <a:p>
            <a:pPr marL="342900" indent="-342900">
              <a:buFont typeface="+mj-lt"/>
              <a:buAutoNum type="arabicPeriod"/>
            </a:pPr>
            <a:r>
              <a:rPr lang="de-CH" altLang="zh-CN" sz="1200" dirty="0">
                <a:latin typeface="Times New Roman" panose="02020603050405020304" pitchFamily="18" charset="0"/>
                <a:cs typeface="Times New Roman" panose="02020603050405020304" pitchFamily="18" charset="0"/>
              </a:rPr>
              <a:t>A. Asai, Z. Wu, Y. Wang, A. Sil, and H. Hajishirzi, “Self-rag: Learning to retrieve, generate, and critique through self-reflection,” arXiv preprint arXiv:2310.11511, 2023.</a:t>
            </a:r>
          </a:p>
          <a:p>
            <a:pPr marL="342900" indent="-342900">
              <a:buFont typeface="+mj-lt"/>
              <a:buAutoNum type="arabicPeriod"/>
            </a:pPr>
            <a:r>
              <a:rPr lang="de-CH" altLang="zh-CN" sz="1200" dirty="0" smtClean="0">
                <a:latin typeface="Times New Roman" panose="02020603050405020304" pitchFamily="18" charset="0"/>
                <a:cs typeface="Times New Roman" panose="02020603050405020304" pitchFamily="18" charset="0"/>
              </a:rPr>
              <a:t>Z</a:t>
            </a:r>
            <a:r>
              <a:rPr lang="de-CH" altLang="zh-CN" sz="1200" dirty="0">
                <a:latin typeface="Times New Roman" panose="02020603050405020304" pitchFamily="18" charset="0"/>
                <a:cs typeface="Times New Roman" panose="02020603050405020304" pitchFamily="18" charset="0"/>
              </a:rPr>
              <a:t>. J. Wang, and D. H. Chau, "MeMemo: On-device Retrieval Augmentation for Private and Personalized Text Generation." pp. 2765-2770.</a:t>
            </a:r>
          </a:p>
          <a:p>
            <a:pPr marL="342900" indent="-342900">
              <a:buFont typeface="+mj-lt"/>
              <a:buAutoNum type="arabicPeriod"/>
            </a:pPr>
            <a:r>
              <a:rPr lang="de-CH" altLang="zh-CN" sz="1200" dirty="0" smtClean="0">
                <a:latin typeface="Times New Roman" panose="02020603050405020304" pitchFamily="18" charset="0"/>
                <a:cs typeface="Times New Roman" panose="02020603050405020304" pitchFamily="18" charset="0"/>
              </a:rPr>
              <a:t>Q</a:t>
            </a:r>
            <a:r>
              <a:rPr lang="de-CH" altLang="zh-CN" sz="1200" dirty="0">
                <a:latin typeface="Times New Roman" panose="02020603050405020304" pitchFamily="18" charset="0"/>
                <a:cs typeface="Times New Roman" panose="02020603050405020304" pitchFamily="18" charset="0"/>
              </a:rPr>
              <a:t>. Huang, S. Fu, X. Liu, W. Wang, T. Ko, Y. Zhang, and L. Tang, “Learning retrieval augmentation for personalized dialogue generation,” arXiv preprint arXiv:2406.18847, 2024</a:t>
            </a:r>
            <a:r>
              <a:rPr lang="de-CH" altLang="zh-CN" sz="1200" dirty="0" smtClean="0">
                <a:latin typeface="Times New Roman" panose="02020603050405020304" pitchFamily="18" charset="0"/>
                <a:cs typeface="Times New Roman" panose="02020603050405020304" pitchFamily="18" charset="0"/>
              </a:rPr>
              <a:t>.</a:t>
            </a:r>
            <a:endParaRPr lang="zh-CN" altLang="en-US" dirty="0"/>
          </a:p>
        </p:txBody>
      </p:sp>
    </p:spTree>
    <p:extLst>
      <p:ext uri="{BB962C8B-B14F-4D97-AF65-F5344CB8AC3E}">
        <p14:creationId xmlns:p14="http://schemas.microsoft.com/office/powerpoint/2010/main" val="17294628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077D60-8E51-4A37-B190-DA3122721917}"/>
              </a:ext>
            </a:extLst>
          </p:cNvPr>
          <p:cNvSpPr>
            <a:spLocks noGrp="1"/>
          </p:cNvSpPr>
          <p:nvPr>
            <p:ph type="title"/>
          </p:nvPr>
        </p:nvSpPr>
        <p:spPr>
          <a:xfrm>
            <a:off x="324196" y="257695"/>
            <a:ext cx="11797980" cy="1321723"/>
          </a:xfrm>
        </p:spPr>
        <p:style>
          <a:lnRef idx="2">
            <a:schemeClr val="accent2">
              <a:shade val="50000"/>
            </a:schemeClr>
          </a:lnRef>
          <a:fillRef idx="1">
            <a:schemeClr val="accent2"/>
          </a:fillRef>
          <a:effectRef idx="0">
            <a:schemeClr val="accent2"/>
          </a:effectRef>
          <a:fontRef idx="minor">
            <a:schemeClr val="lt1"/>
          </a:fontRef>
        </p:style>
        <p:txBody>
          <a:bodyPr rtlCol="0">
            <a:normAutofit/>
          </a:bodyPr>
          <a:lstStyle/>
          <a:p>
            <a:pPr algn="l"/>
            <a:r>
              <a:rPr lang="en-US" altLang="zh-CN" sz="2800" dirty="0"/>
              <a:t>Local Deployment of RAG Systems and Personalized </a:t>
            </a:r>
            <a:r>
              <a:rPr lang="en-US" altLang="zh-CN" sz="2800" dirty="0" smtClean="0"/>
              <a:t>Learning</a:t>
            </a:r>
            <a:endParaRPr lang="zh-CN" altLang="en-US" sz="2800" dirty="0"/>
          </a:p>
        </p:txBody>
      </p:sp>
      <p:sp>
        <p:nvSpPr>
          <p:cNvPr id="6" name="内容占位符 5"/>
          <p:cNvSpPr>
            <a:spLocks noGrp="1"/>
          </p:cNvSpPr>
          <p:nvPr>
            <p:ph sz="half" idx="1"/>
          </p:nvPr>
        </p:nvSpPr>
        <p:spPr>
          <a:xfrm>
            <a:off x="141316" y="1825624"/>
            <a:ext cx="5935288" cy="4716492"/>
          </a:xfrm>
        </p:spPr>
        <p:txBody>
          <a:bodyPr>
            <a:normAutofit lnSpcReduction="10000"/>
          </a:bodyPr>
          <a:lstStyle/>
          <a:p>
            <a:r>
              <a:rPr lang="de-CH" altLang="zh-CN" b="1" dirty="0"/>
              <a:t>Locally deployed RAG: </a:t>
            </a:r>
            <a:endParaRPr lang="de-CH" altLang="zh-CN" b="1" dirty="0" smtClean="0"/>
          </a:p>
          <a:p>
            <a:pPr marL="0" indent="0">
              <a:buNone/>
            </a:pPr>
            <a:r>
              <a:rPr lang="de-CH" altLang="zh-CN" dirty="0" smtClean="0"/>
              <a:t>On-premises </a:t>
            </a:r>
            <a:r>
              <a:rPr lang="de-CH" altLang="zh-CN" dirty="0"/>
              <a:t>RAG system enhances data security and control.</a:t>
            </a:r>
          </a:p>
          <a:p>
            <a:endParaRPr lang="de-CH" altLang="zh-CN" dirty="0"/>
          </a:p>
          <a:p>
            <a:r>
              <a:rPr lang="de-CH" altLang="zh-CN" b="1" dirty="0"/>
              <a:t>Proposed architecture: </a:t>
            </a:r>
            <a:endParaRPr lang="de-CH" altLang="zh-CN" b="1" dirty="0" smtClean="0"/>
          </a:p>
          <a:p>
            <a:pPr marL="0" indent="0">
              <a:buNone/>
            </a:pPr>
            <a:r>
              <a:rPr lang="de-CH" altLang="zh-CN" dirty="0" smtClean="0"/>
              <a:t>Retrieval </a:t>
            </a:r>
            <a:r>
              <a:rPr lang="de-CH" altLang="zh-CN" dirty="0"/>
              <a:t>module for efficient access, </a:t>
            </a:r>
            <a:r>
              <a:rPr lang="de-CH" altLang="zh-CN" dirty="0" smtClean="0"/>
              <a:t>  generation </a:t>
            </a:r>
            <a:r>
              <a:rPr lang="de-CH" altLang="zh-CN" dirty="0"/>
              <a:t>module for tailored content, decision module for retrieval-generation mediation.</a:t>
            </a:r>
          </a:p>
          <a:p>
            <a:endParaRPr lang="de-CH" altLang="zh-CN" dirty="0"/>
          </a:p>
        </p:txBody>
      </p:sp>
      <p:pic>
        <p:nvPicPr>
          <p:cNvPr id="8" name="内容占位符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961804"/>
            <a:ext cx="5949976" cy="3408218"/>
          </a:xfrm>
        </p:spPr>
      </p:pic>
    </p:spTree>
    <p:extLst>
      <p:ext uri="{BB962C8B-B14F-4D97-AF65-F5344CB8AC3E}">
        <p14:creationId xmlns:p14="http://schemas.microsoft.com/office/powerpoint/2010/main" val="10976833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r>
              <a:rPr lang="en-US" altLang="zh-CN" dirty="0"/>
              <a:t>How RAG Enhances Personalized Learning</a:t>
            </a:r>
            <a:endParaRPr lang="zh-CN" altLang="en-US" dirty="0"/>
          </a:p>
        </p:txBody>
      </p:sp>
      <p:sp>
        <p:nvSpPr>
          <p:cNvPr id="6" name="内容占位符 5"/>
          <p:cNvSpPr>
            <a:spLocks noGrp="1"/>
          </p:cNvSpPr>
          <p:nvPr>
            <p:ph idx="1"/>
          </p:nvPr>
        </p:nvSpPr>
        <p:spPr>
          <a:xfrm>
            <a:off x="415636" y="1825625"/>
            <a:ext cx="10938164" cy="4861502"/>
          </a:xfrm>
        </p:spPr>
        <p:txBody>
          <a:bodyPr>
            <a:normAutofit fontScale="47500" lnSpcReduction="20000"/>
          </a:bodyPr>
          <a:lstStyle/>
          <a:p>
            <a:pPr marL="514350" indent="-514350">
              <a:buFont typeface="+mj-lt"/>
              <a:buAutoNum type="arabicPeriod"/>
            </a:pPr>
            <a:r>
              <a:rPr lang="en-US" altLang="zh-CN" sz="3800" b="1" dirty="0" smtClean="0"/>
              <a:t>Dynamic </a:t>
            </a:r>
            <a:r>
              <a:rPr lang="en-US" altLang="zh-CN" sz="3800" b="1" dirty="0"/>
              <a:t>Content Generation</a:t>
            </a:r>
          </a:p>
          <a:p>
            <a:pPr>
              <a:buFont typeface="Wingdings" panose="05000000000000000000" pitchFamily="2" charset="2"/>
              <a:buChar char="l"/>
            </a:pPr>
            <a:r>
              <a:rPr lang="en-US" altLang="zh-CN" dirty="0"/>
              <a:t>Customized to individual student needs</a:t>
            </a:r>
          </a:p>
          <a:p>
            <a:pPr>
              <a:buFont typeface="Wingdings" panose="05000000000000000000" pitchFamily="2" charset="2"/>
              <a:buChar char="l"/>
            </a:pPr>
            <a:r>
              <a:rPr lang="en-US" altLang="zh-CN" dirty="0"/>
              <a:t>Adapts complexity with student progress</a:t>
            </a:r>
          </a:p>
          <a:p>
            <a:pPr>
              <a:buFont typeface="Wingdings" panose="05000000000000000000" pitchFamily="2" charset="2"/>
              <a:buChar char="l"/>
            </a:pPr>
            <a:r>
              <a:rPr lang="en-US" altLang="zh-CN" dirty="0"/>
              <a:t>Addresses specific weaknesses</a:t>
            </a:r>
          </a:p>
          <a:p>
            <a:pPr marL="0" indent="0">
              <a:buNone/>
            </a:pPr>
            <a:r>
              <a:rPr lang="en-US" altLang="zh-CN" sz="3800" b="1" dirty="0" smtClean="0"/>
              <a:t>2.    Real-Time </a:t>
            </a:r>
            <a:r>
              <a:rPr lang="en-US" altLang="zh-CN" sz="3800" b="1" dirty="0"/>
              <a:t>Assistance</a:t>
            </a:r>
          </a:p>
          <a:p>
            <a:pPr>
              <a:buFont typeface="Wingdings" panose="05000000000000000000" pitchFamily="2" charset="2"/>
              <a:buChar char="l"/>
            </a:pPr>
            <a:r>
              <a:rPr lang="en-US" altLang="zh-CN" dirty="0"/>
              <a:t>Immediate support for student queries</a:t>
            </a:r>
          </a:p>
          <a:p>
            <a:pPr>
              <a:buFont typeface="Wingdings" panose="05000000000000000000" pitchFamily="2" charset="2"/>
              <a:buChar char="l"/>
            </a:pPr>
            <a:r>
              <a:rPr lang="en-US" altLang="zh-CN" dirty="0"/>
              <a:t>Maintains learning flow</a:t>
            </a:r>
          </a:p>
          <a:p>
            <a:pPr>
              <a:buFont typeface="Wingdings" panose="05000000000000000000" pitchFamily="2" charset="2"/>
              <a:buChar char="l"/>
            </a:pPr>
            <a:r>
              <a:rPr lang="en-US" altLang="zh-CN" dirty="0"/>
              <a:t>Retrieves and explains relevant information instantly</a:t>
            </a:r>
          </a:p>
          <a:p>
            <a:pPr marL="0" indent="0">
              <a:buNone/>
            </a:pPr>
            <a:r>
              <a:rPr lang="en-US" altLang="zh-CN" sz="3800" b="1" dirty="0"/>
              <a:t>3. Adaptive Learning Paths</a:t>
            </a:r>
          </a:p>
          <a:p>
            <a:pPr>
              <a:buFont typeface="Wingdings" panose="05000000000000000000" pitchFamily="2" charset="2"/>
              <a:buChar char="l"/>
            </a:pPr>
            <a:r>
              <a:rPr lang="en-US" altLang="zh-CN" dirty="0"/>
              <a:t>Personalizes topic sequence</a:t>
            </a:r>
          </a:p>
          <a:p>
            <a:pPr>
              <a:buFont typeface="Wingdings" panose="05000000000000000000" pitchFamily="2" charset="2"/>
              <a:buChar char="l"/>
            </a:pPr>
            <a:r>
              <a:rPr lang="en-US" altLang="zh-CN" dirty="0"/>
              <a:t>Adjusts based on student performance</a:t>
            </a:r>
          </a:p>
          <a:p>
            <a:pPr>
              <a:buFont typeface="Wingdings" panose="05000000000000000000" pitchFamily="2" charset="2"/>
              <a:buChar char="l"/>
            </a:pPr>
            <a:r>
              <a:rPr lang="en-US" altLang="zh-CN" dirty="0"/>
              <a:t>Ensures efficient and effective learning</a:t>
            </a:r>
          </a:p>
          <a:p>
            <a:pPr marL="0" indent="0">
              <a:buNone/>
            </a:pPr>
            <a:r>
              <a:rPr lang="en-US" altLang="zh-CN" sz="3800" b="1" dirty="0"/>
              <a:t>4. Engaging Interactive Learning</a:t>
            </a:r>
          </a:p>
          <a:p>
            <a:pPr>
              <a:buFont typeface="Wingdings" panose="05000000000000000000" pitchFamily="2" charset="2"/>
              <a:buChar char="l"/>
            </a:pPr>
            <a:r>
              <a:rPr lang="en-US" altLang="zh-CN" dirty="0"/>
              <a:t>Creates context-aware interactions</a:t>
            </a:r>
          </a:p>
          <a:p>
            <a:pPr>
              <a:buFont typeface="Wingdings" panose="05000000000000000000" pitchFamily="2" charset="2"/>
              <a:buChar char="l"/>
            </a:pPr>
            <a:r>
              <a:rPr lang="en-US" altLang="zh-CN" dirty="0"/>
              <a:t>Generates personalized </a:t>
            </a:r>
            <a:r>
              <a:rPr lang="en-US" altLang="zh-CN" dirty="0" smtClean="0"/>
              <a:t>scenarios</a:t>
            </a:r>
          </a:p>
          <a:p>
            <a:pPr marL="0" indent="0">
              <a:buNone/>
            </a:pPr>
            <a:r>
              <a:rPr lang="en-US" altLang="zh-CN" sz="3800" b="1" dirty="0"/>
              <a:t>5. Supporting Teachers and </a:t>
            </a:r>
            <a:r>
              <a:rPr lang="en-US" altLang="zh-CN" sz="3800" b="1" dirty="0" smtClean="0"/>
              <a:t>Educators</a:t>
            </a:r>
          </a:p>
          <a:p>
            <a:pPr marL="0" indent="0">
              <a:buNone/>
            </a:pPr>
            <a:endParaRPr lang="en-US" altLang="zh-CN" sz="3800" b="1" dirty="0" smtClean="0"/>
          </a:p>
          <a:p>
            <a:pPr marL="0" indent="0">
              <a:buNone/>
            </a:pPr>
            <a:endParaRPr lang="en-US" altLang="zh-CN" sz="3800" b="1" dirty="0"/>
          </a:p>
        </p:txBody>
      </p:sp>
      <p:graphicFrame>
        <p:nvGraphicFramePr>
          <p:cNvPr id="8" name="内容占位符 7"/>
          <p:cNvGraphicFramePr>
            <a:graphicFrameLocks noGrp="1"/>
          </p:cNvGraphicFramePr>
          <p:nvPr>
            <p:ph sz="half" idx="4294967295"/>
            <p:extLst>
              <p:ext uri="{D42A27DB-BD31-4B8C-83A1-F6EECF244321}">
                <p14:modId xmlns:p14="http://schemas.microsoft.com/office/powerpoint/2010/main" val="343220766"/>
              </p:ext>
            </p:extLst>
          </p:nvPr>
        </p:nvGraphicFramePr>
        <p:xfrm>
          <a:off x="6161088" y="1825625"/>
          <a:ext cx="6030912" cy="4860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372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solidFill>
            <a:schemeClr val="accent2"/>
          </a:solidFill>
        </p:spPr>
        <p:txBody>
          <a:bodyPr/>
          <a:lstStyle/>
          <a:p>
            <a:r>
              <a:rPr lang="en-US" altLang="zh-CN" dirty="0"/>
              <a:t>Advantages and Architecture of Locally Deployed RAG Systems</a:t>
            </a:r>
            <a:endParaRPr lang="zh-CN" altLang="en-US" dirty="0"/>
          </a:p>
        </p:txBody>
      </p:sp>
      <p:graphicFrame>
        <p:nvGraphicFramePr>
          <p:cNvPr id="6" name="内容占位符 5"/>
          <p:cNvGraphicFramePr>
            <a:graphicFrameLocks noGrp="1"/>
          </p:cNvGraphicFramePr>
          <p:nvPr>
            <p:ph sz="half" idx="1"/>
            <p:extLst>
              <p:ext uri="{D42A27DB-BD31-4B8C-83A1-F6EECF244321}">
                <p14:modId xmlns:p14="http://schemas.microsoft.com/office/powerpoint/2010/main" val="707396278"/>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内容占位符 14"/>
          <p:cNvSpPr>
            <a:spLocks noGrp="1"/>
          </p:cNvSpPr>
          <p:nvPr>
            <p:ph sz="half" idx="2"/>
          </p:nvPr>
        </p:nvSpPr>
        <p:spPr>
          <a:xfrm>
            <a:off x="719051" y="1960562"/>
            <a:ext cx="5181600" cy="4351338"/>
          </a:xfrm>
        </p:spPr>
        <p:txBody>
          <a:bodyPr>
            <a:normAutofit fontScale="85000" lnSpcReduction="20000"/>
          </a:bodyPr>
          <a:lstStyle/>
          <a:p>
            <a:r>
              <a:rPr lang="en-US" altLang="zh-CN" dirty="0"/>
              <a:t>Reasons for deploying locally hosted RAG systems in educational institutions include data security and privacy, customization and alignment, performance optimization, seamless integration, offline capabilities, and regulatory compliance</a:t>
            </a:r>
          </a:p>
          <a:p>
            <a:r>
              <a:rPr lang="en-US" altLang="zh-CN" dirty="0" smtClean="0"/>
              <a:t>The </a:t>
            </a:r>
            <a:r>
              <a:rPr lang="en-US" altLang="zh-CN" dirty="0"/>
              <a:t>system architecture for a personalized learning agent based on a local RAG system starts with defining learning goals, followed by data selection and preprocessing</a:t>
            </a:r>
            <a:endParaRPr lang="zh-CN" altLang="en-US" dirty="0"/>
          </a:p>
        </p:txBody>
      </p:sp>
      <p:graphicFrame>
        <p:nvGraphicFramePr>
          <p:cNvPr id="16" name="表格 15"/>
          <p:cNvGraphicFramePr>
            <a:graphicFrameLocks noGrp="1"/>
          </p:cNvGraphicFramePr>
          <p:nvPr>
            <p:extLst>
              <p:ext uri="{D42A27DB-BD31-4B8C-83A1-F6EECF244321}">
                <p14:modId xmlns:p14="http://schemas.microsoft.com/office/powerpoint/2010/main" val="1201781419"/>
              </p:ext>
            </p:extLst>
          </p:nvPr>
        </p:nvGraphicFramePr>
        <p:xfrm>
          <a:off x="5614220" y="1670097"/>
          <a:ext cx="6485416" cy="5207731"/>
        </p:xfrm>
        <a:graphic>
          <a:graphicData uri="http://schemas.openxmlformats.org/drawingml/2006/table">
            <a:tbl>
              <a:tblPr firstRow="1" bandRow="1">
                <a:tableStyleId>{0660B408-B3CF-4A94-85FC-2B1E0A45F4A2}</a:tableStyleId>
              </a:tblPr>
              <a:tblGrid>
                <a:gridCol w="1917849">
                  <a:extLst>
                    <a:ext uri="{9D8B030D-6E8A-4147-A177-3AD203B41FA5}">
                      <a16:colId xmlns:a16="http://schemas.microsoft.com/office/drawing/2014/main" val="3052934493"/>
                    </a:ext>
                  </a:extLst>
                </a:gridCol>
                <a:gridCol w="2405762">
                  <a:extLst>
                    <a:ext uri="{9D8B030D-6E8A-4147-A177-3AD203B41FA5}">
                      <a16:colId xmlns:a16="http://schemas.microsoft.com/office/drawing/2014/main" val="3905810849"/>
                    </a:ext>
                  </a:extLst>
                </a:gridCol>
                <a:gridCol w="2161805">
                  <a:extLst>
                    <a:ext uri="{9D8B030D-6E8A-4147-A177-3AD203B41FA5}">
                      <a16:colId xmlns:a16="http://schemas.microsoft.com/office/drawing/2014/main" val="3959817363"/>
                    </a:ext>
                  </a:extLst>
                </a:gridCol>
              </a:tblGrid>
              <a:tr h="638289">
                <a:tc>
                  <a:txBody>
                    <a:bodyPr/>
                    <a:lstStyle/>
                    <a:p>
                      <a:pPr algn="l" latinLnBrk="0"/>
                      <a:r>
                        <a:rPr lang="de-CH" b="1" dirty="0">
                          <a:effectLst/>
                        </a:rPr>
                        <a:t>Feature</a:t>
                      </a:r>
                      <a:endParaRPr lang="de-CH" dirty="0">
                        <a:effectLst/>
                      </a:endParaRPr>
                    </a:p>
                  </a:txBody>
                  <a:tcPr anchor="ctr">
                    <a:solidFill>
                      <a:schemeClr val="accent2">
                        <a:lumMod val="60000"/>
                        <a:lumOff val="40000"/>
                      </a:schemeClr>
                    </a:solidFill>
                  </a:tcPr>
                </a:tc>
                <a:tc>
                  <a:txBody>
                    <a:bodyPr/>
                    <a:lstStyle/>
                    <a:p>
                      <a:pPr algn="l" latinLnBrk="0"/>
                      <a:r>
                        <a:rPr lang="de-CH" b="1" dirty="0">
                          <a:effectLst/>
                        </a:rPr>
                        <a:t>Local Deployment</a:t>
                      </a:r>
                      <a:endParaRPr lang="de-CH" dirty="0">
                        <a:effectLst/>
                      </a:endParaRPr>
                    </a:p>
                  </a:txBody>
                  <a:tcPr anchor="ctr">
                    <a:solidFill>
                      <a:schemeClr val="accent2">
                        <a:lumMod val="60000"/>
                        <a:lumOff val="40000"/>
                      </a:schemeClr>
                    </a:solidFill>
                  </a:tcPr>
                </a:tc>
                <a:tc>
                  <a:txBody>
                    <a:bodyPr/>
                    <a:lstStyle/>
                    <a:p>
                      <a:pPr algn="l" latinLnBrk="0"/>
                      <a:r>
                        <a:rPr lang="de-CH" b="1" dirty="0">
                          <a:effectLst/>
                        </a:rPr>
                        <a:t>Cloud Deployment</a:t>
                      </a:r>
                      <a:endParaRPr lang="de-CH" dirty="0">
                        <a:effectLst/>
                      </a:endParaRPr>
                    </a:p>
                  </a:txBody>
                  <a:tcPr anchor="ctr">
                    <a:solidFill>
                      <a:schemeClr val="accent2">
                        <a:lumMod val="60000"/>
                        <a:lumOff val="40000"/>
                      </a:schemeClr>
                    </a:solidFill>
                  </a:tcPr>
                </a:tc>
                <a:extLst>
                  <a:ext uri="{0D108BD9-81ED-4DB2-BD59-A6C34878D82A}">
                    <a16:rowId xmlns:a16="http://schemas.microsoft.com/office/drawing/2014/main" val="3301688404"/>
                  </a:ext>
                </a:extLst>
              </a:tr>
              <a:tr h="911842">
                <a:tc>
                  <a:txBody>
                    <a:bodyPr/>
                    <a:lstStyle/>
                    <a:p>
                      <a:pPr latinLnBrk="0"/>
                      <a:r>
                        <a:rPr lang="de-CH" b="1" dirty="0">
                          <a:effectLst/>
                        </a:rPr>
                        <a:t>Data Security</a:t>
                      </a:r>
                      <a:endParaRPr lang="de-CH" dirty="0">
                        <a:effectLst/>
                      </a:endParaRPr>
                    </a:p>
                  </a:txBody>
                  <a:tcPr anchor="ctr"/>
                </a:tc>
                <a:tc>
                  <a:txBody>
                    <a:bodyPr/>
                    <a:lstStyle/>
                    <a:p>
                      <a:pPr latinLnBrk="0"/>
                      <a:r>
                        <a:rPr lang="en-US" dirty="0">
                          <a:effectLst/>
                        </a:rPr>
                        <a:t>Higher security and control over data</a:t>
                      </a:r>
                    </a:p>
                  </a:txBody>
                  <a:tcPr anchor="ctr"/>
                </a:tc>
                <a:tc>
                  <a:txBody>
                    <a:bodyPr/>
                    <a:lstStyle/>
                    <a:p>
                      <a:pPr latinLnBrk="0"/>
                      <a:r>
                        <a:rPr lang="en-US" dirty="0">
                          <a:effectLst/>
                        </a:rPr>
                        <a:t>Data security managed by cloud provider</a:t>
                      </a:r>
                    </a:p>
                  </a:txBody>
                  <a:tcPr anchor="ctr"/>
                </a:tc>
                <a:extLst>
                  <a:ext uri="{0D108BD9-81ED-4DB2-BD59-A6C34878D82A}">
                    <a16:rowId xmlns:a16="http://schemas.microsoft.com/office/drawing/2014/main" val="3398053205"/>
                  </a:ext>
                </a:extLst>
              </a:tr>
              <a:tr h="1185394">
                <a:tc>
                  <a:txBody>
                    <a:bodyPr/>
                    <a:lstStyle/>
                    <a:p>
                      <a:pPr latinLnBrk="0"/>
                      <a:r>
                        <a:rPr lang="de-CH" b="1" dirty="0">
                          <a:effectLst/>
                        </a:rPr>
                        <a:t>Infrastructure</a:t>
                      </a:r>
                      <a:endParaRPr lang="de-CH" dirty="0">
                        <a:effectLst/>
                      </a:endParaRPr>
                    </a:p>
                  </a:txBody>
                  <a:tcPr anchor="ctr"/>
                </a:tc>
                <a:tc>
                  <a:txBody>
                    <a:bodyPr/>
                    <a:lstStyle/>
                    <a:p>
                      <a:pPr latinLnBrk="0"/>
                      <a:r>
                        <a:rPr lang="de-CH" dirty="0">
                          <a:effectLst/>
                        </a:rPr>
                        <a:t>Requires on-premises infrastructure</a:t>
                      </a:r>
                    </a:p>
                  </a:txBody>
                  <a:tcPr anchor="ctr"/>
                </a:tc>
                <a:tc>
                  <a:txBody>
                    <a:bodyPr/>
                    <a:lstStyle/>
                    <a:p>
                      <a:pPr latinLnBrk="0"/>
                      <a:r>
                        <a:rPr lang="en-US" dirty="0">
                          <a:effectLst/>
                        </a:rPr>
                        <a:t>Scalable infrastructure provided by cloud</a:t>
                      </a:r>
                    </a:p>
                  </a:txBody>
                  <a:tcPr anchor="ctr"/>
                </a:tc>
                <a:extLst>
                  <a:ext uri="{0D108BD9-81ED-4DB2-BD59-A6C34878D82A}">
                    <a16:rowId xmlns:a16="http://schemas.microsoft.com/office/drawing/2014/main" val="1090967239"/>
                  </a:ext>
                </a:extLst>
              </a:tr>
              <a:tr h="911842">
                <a:tc>
                  <a:txBody>
                    <a:bodyPr/>
                    <a:lstStyle/>
                    <a:p>
                      <a:pPr latinLnBrk="0"/>
                      <a:r>
                        <a:rPr lang="de-CH" b="1" dirty="0">
                          <a:effectLst/>
                        </a:rPr>
                        <a:t>Cost</a:t>
                      </a:r>
                      <a:endParaRPr lang="de-CH" dirty="0">
                        <a:effectLst/>
                      </a:endParaRPr>
                    </a:p>
                  </a:txBody>
                  <a:tcPr anchor="ctr"/>
                </a:tc>
                <a:tc>
                  <a:txBody>
                    <a:bodyPr/>
                    <a:lstStyle/>
                    <a:p>
                      <a:pPr latinLnBrk="0"/>
                      <a:r>
                        <a:rPr lang="en-US" dirty="0">
                          <a:effectLst/>
                        </a:rPr>
                        <a:t>Higher upfront costs for infrastructure</a:t>
                      </a:r>
                    </a:p>
                  </a:txBody>
                  <a:tcPr anchor="ctr"/>
                </a:tc>
                <a:tc>
                  <a:txBody>
                    <a:bodyPr/>
                    <a:lstStyle/>
                    <a:p>
                      <a:pPr latinLnBrk="0"/>
                      <a:r>
                        <a:rPr lang="de-CH" dirty="0">
                          <a:effectLst/>
                        </a:rPr>
                        <a:t>Pay-as-you-go pricing model</a:t>
                      </a:r>
                    </a:p>
                  </a:txBody>
                  <a:tcPr anchor="ctr"/>
                </a:tc>
                <a:extLst>
                  <a:ext uri="{0D108BD9-81ED-4DB2-BD59-A6C34878D82A}">
                    <a16:rowId xmlns:a16="http://schemas.microsoft.com/office/drawing/2014/main" val="2300752636"/>
                  </a:ext>
                </a:extLst>
              </a:tr>
              <a:tr h="638289">
                <a:tc>
                  <a:txBody>
                    <a:bodyPr/>
                    <a:lstStyle/>
                    <a:p>
                      <a:pPr latinLnBrk="0"/>
                      <a:r>
                        <a:rPr lang="de-CH" b="1" dirty="0">
                          <a:effectLst/>
                        </a:rPr>
                        <a:t>Scalability</a:t>
                      </a:r>
                      <a:endParaRPr lang="de-CH" dirty="0">
                        <a:effectLst/>
                      </a:endParaRPr>
                    </a:p>
                  </a:txBody>
                  <a:tcPr anchor="ctr"/>
                </a:tc>
                <a:tc>
                  <a:txBody>
                    <a:bodyPr/>
                    <a:lstStyle/>
                    <a:p>
                      <a:pPr latinLnBrk="0"/>
                      <a:r>
                        <a:rPr lang="de-CH" dirty="0">
                          <a:effectLst/>
                        </a:rPr>
                        <a:t>Limited scalability</a:t>
                      </a:r>
                    </a:p>
                  </a:txBody>
                  <a:tcPr anchor="ctr"/>
                </a:tc>
                <a:tc>
                  <a:txBody>
                    <a:bodyPr/>
                    <a:lstStyle/>
                    <a:p>
                      <a:pPr latinLnBrk="0"/>
                      <a:r>
                        <a:rPr lang="de-CH" dirty="0">
                          <a:effectLst/>
                        </a:rPr>
                        <a:t>Highly </a:t>
                      </a:r>
                      <a:r>
                        <a:rPr lang="de-CH" dirty="0" smtClean="0">
                          <a:effectLst/>
                        </a:rPr>
                        <a:t>scalable</a:t>
                      </a:r>
                      <a:endParaRPr lang="de-CH" dirty="0">
                        <a:effectLst/>
                      </a:endParaRPr>
                    </a:p>
                  </a:txBody>
                  <a:tcPr anchor="ctr"/>
                </a:tc>
                <a:extLst>
                  <a:ext uri="{0D108BD9-81ED-4DB2-BD59-A6C34878D82A}">
                    <a16:rowId xmlns:a16="http://schemas.microsoft.com/office/drawing/2014/main" val="1974552617"/>
                  </a:ext>
                </a:extLst>
              </a:tr>
              <a:tr h="901483">
                <a:tc>
                  <a:txBody>
                    <a:bodyPr/>
                    <a:lstStyle/>
                    <a:p>
                      <a:pPr latinLnBrk="0"/>
                      <a:r>
                        <a:rPr lang="en-US" sz="1800" b="1" kern="1200" dirty="0" smtClean="0">
                          <a:solidFill>
                            <a:schemeClr val="dk1"/>
                          </a:solidFill>
                          <a:effectLst/>
                          <a:latin typeface="+mn-lt"/>
                          <a:ea typeface="+mn-ea"/>
                          <a:cs typeface="+mn-cs"/>
                        </a:rPr>
                        <a:t>Customization</a:t>
                      </a:r>
                      <a:r>
                        <a:rPr lang="en-US" dirty="0" smtClean="0">
                          <a:effectLst/>
                        </a:rPr>
                        <a:t>	</a:t>
                      </a:r>
                      <a:endParaRPr lang="de-CH" dirty="0">
                        <a:effectLst/>
                      </a:endParaRPr>
                    </a:p>
                  </a:txBody>
                  <a:tcPr anchor="ctr"/>
                </a:tc>
                <a:tc>
                  <a:txBody>
                    <a:bodyPr/>
                    <a:lstStyle/>
                    <a:p>
                      <a:pPr marL="0" algn="l" defTabSz="914400" rtl="0" eaLnBrk="1" latinLnBrk="0" hangingPunct="1"/>
                      <a:r>
                        <a:rPr lang="en-US" sz="1800" kern="1200" dirty="0" smtClean="0">
                          <a:solidFill>
                            <a:schemeClr val="dk1"/>
                          </a:solidFill>
                          <a:effectLst/>
                          <a:latin typeface="+mn-lt"/>
                          <a:ea typeface="+mn-ea"/>
                          <a:cs typeface="+mn-cs"/>
                        </a:rPr>
                        <a:t>Higher degree of </a:t>
                      </a:r>
                      <a:r>
                        <a:rPr lang="en-US" altLang="zh-CN" sz="1800" kern="1200" dirty="0" smtClean="0">
                          <a:solidFill>
                            <a:schemeClr val="dk1"/>
                          </a:solidFill>
                          <a:effectLst/>
                          <a:latin typeface="+mn-lt"/>
                          <a:ea typeface="+mn-ea"/>
                          <a:cs typeface="+mn-cs"/>
                        </a:rPr>
                        <a:t>C</a:t>
                      </a:r>
                      <a:r>
                        <a:rPr lang="en-US" sz="1800" kern="1200" dirty="0" smtClean="0">
                          <a:solidFill>
                            <a:schemeClr val="dk1"/>
                          </a:solidFill>
                          <a:effectLst/>
                          <a:latin typeface="+mn-lt"/>
                          <a:ea typeface="+mn-ea"/>
                          <a:cs typeface="+mn-cs"/>
                        </a:rPr>
                        <a:t>ustomization possible	</a:t>
                      </a:r>
                      <a:endParaRPr lang="de-CH" sz="1800" kern="1200" dirty="0">
                        <a:solidFill>
                          <a:schemeClr val="dk1"/>
                        </a:solidFill>
                        <a:effectLst/>
                        <a:latin typeface="+mn-lt"/>
                        <a:ea typeface="+mn-ea"/>
                        <a:cs typeface="+mn-cs"/>
                      </a:endParaRPr>
                    </a:p>
                  </a:txBody>
                  <a:tcPr anchor="ctr"/>
                </a:tc>
                <a:tc>
                  <a:txBody>
                    <a:bodyPr/>
                    <a:lstStyle/>
                    <a:p>
                      <a:pPr marL="0" algn="l" defTabSz="914400" rtl="0" eaLnBrk="1" latinLnBrk="0" hangingPunct="1"/>
                      <a:r>
                        <a:rPr lang="en-US" sz="1800" kern="1200" dirty="0" smtClean="0">
                          <a:solidFill>
                            <a:schemeClr val="dk1"/>
                          </a:solidFill>
                          <a:effectLst/>
                          <a:latin typeface="+mn-lt"/>
                          <a:ea typeface="+mn-ea"/>
                          <a:cs typeface="+mn-cs"/>
                        </a:rPr>
                        <a:t>Limited customization options</a:t>
                      </a:r>
                      <a:endParaRPr lang="de-CH" sz="1800" kern="1200" dirty="0">
                        <a:solidFill>
                          <a:schemeClr val="dk1"/>
                        </a:solidFill>
                        <a:effectLst/>
                        <a:latin typeface="+mn-lt"/>
                        <a:ea typeface="+mn-ea"/>
                        <a:cs typeface="+mn-cs"/>
                      </a:endParaRPr>
                    </a:p>
                  </a:txBody>
                  <a:tcPr anchor="ctr"/>
                </a:tc>
                <a:extLst>
                  <a:ext uri="{0D108BD9-81ED-4DB2-BD59-A6C34878D82A}">
                    <a16:rowId xmlns:a16="http://schemas.microsoft.com/office/drawing/2014/main" val="121179571"/>
                  </a:ext>
                </a:extLst>
              </a:tr>
            </a:tbl>
          </a:graphicData>
        </a:graphic>
      </p:graphicFrame>
    </p:spTree>
    <p:extLst>
      <p:ext uri="{BB962C8B-B14F-4D97-AF65-F5344CB8AC3E}">
        <p14:creationId xmlns:p14="http://schemas.microsoft.com/office/powerpoint/2010/main" val="40608916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What is the </a:t>
            </a:r>
            <a:r>
              <a:rPr lang="de-CH" altLang="zh-CN" b="1" dirty="0" smtClean="0"/>
              <a:t>Infrastructure </a:t>
            </a:r>
            <a:r>
              <a:rPr lang="en-US" altLang="zh-CN" b="1" dirty="0" smtClean="0"/>
              <a:t>need for local deployment RAG</a:t>
            </a:r>
            <a:r>
              <a:rPr lang="zh-CN" altLang="en-US" b="1" dirty="0" smtClean="0"/>
              <a:t>？</a:t>
            </a:r>
            <a:endParaRPr lang="zh-CN" altLang="en-US" dirty="0"/>
          </a:p>
        </p:txBody>
      </p:sp>
      <p:sp>
        <p:nvSpPr>
          <p:cNvPr id="3" name="内容占位符 2"/>
          <p:cNvSpPr>
            <a:spLocks noGrp="1"/>
          </p:cNvSpPr>
          <p:nvPr>
            <p:ph sz="half" idx="2"/>
          </p:nvPr>
        </p:nvSpPr>
        <p:spPr>
          <a:xfrm>
            <a:off x="2782528" y="1417638"/>
            <a:ext cx="9488129" cy="4443413"/>
          </a:xfrm>
        </p:spPr>
        <p:txBody>
          <a:bodyPr/>
          <a:lstStyle/>
          <a:p>
            <a:r>
              <a:rPr lang="en-US" altLang="zh-CN" dirty="0" smtClean="0"/>
              <a:t>Infrastructure </a:t>
            </a:r>
            <a:r>
              <a:rPr lang="en-US" altLang="zh-CN" dirty="0"/>
              <a:t>Needs for Local Deployment of </a:t>
            </a:r>
            <a:r>
              <a:rPr lang="en-US" altLang="zh-CN" dirty="0" smtClean="0"/>
              <a:t>RAG</a:t>
            </a:r>
          </a:p>
          <a:p>
            <a:endParaRPr lang="en-US" altLang="zh-CN" dirty="0"/>
          </a:p>
          <a:p>
            <a:endParaRPr lang="en-US" altLang="zh-CN" dirty="0" smtClean="0"/>
          </a:p>
          <a:p>
            <a:endParaRPr lang="en-US" altLang="zh-CN" dirty="0"/>
          </a:p>
          <a:p>
            <a:endParaRPr lang="en-US" altLang="zh-CN" dirty="0" smtClean="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480063382"/>
              </p:ext>
            </p:extLst>
          </p:nvPr>
        </p:nvGraphicFramePr>
        <p:xfrm>
          <a:off x="353961" y="2418734"/>
          <a:ext cx="11838039" cy="4360286"/>
        </p:xfrm>
        <a:graphic>
          <a:graphicData uri="http://schemas.openxmlformats.org/drawingml/2006/table">
            <a:tbl>
              <a:tblPr firstRow="1" bandRow="1">
                <a:tableStyleId>{35758FB7-9AC5-4552-8A53-C91805E547FA}</a:tableStyleId>
              </a:tblPr>
              <a:tblGrid>
                <a:gridCol w="4520643">
                  <a:extLst>
                    <a:ext uri="{9D8B030D-6E8A-4147-A177-3AD203B41FA5}">
                      <a16:colId xmlns:a16="http://schemas.microsoft.com/office/drawing/2014/main" val="3452727804"/>
                    </a:ext>
                  </a:extLst>
                </a:gridCol>
                <a:gridCol w="3658698">
                  <a:extLst>
                    <a:ext uri="{9D8B030D-6E8A-4147-A177-3AD203B41FA5}">
                      <a16:colId xmlns:a16="http://schemas.microsoft.com/office/drawing/2014/main" val="109822777"/>
                    </a:ext>
                  </a:extLst>
                </a:gridCol>
                <a:gridCol w="3658698">
                  <a:extLst>
                    <a:ext uri="{9D8B030D-6E8A-4147-A177-3AD203B41FA5}">
                      <a16:colId xmlns:a16="http://schemas.microsoft.com/office/drawing/2014/main" val="1682166916"/>
                    </a:ext>
                  </a:extLst>
                </a:gridCol>
              </a:tblGrid>
              <a:tr h="366511">
                <a:tc>
                  <a:txBody>
                    <a:bodyPr/>
                    <a:lstStyle/>
                    <a:p>
                      <a:pPr algn="l" latinLnBrk="0"/>
                      <a:r>
                        <a:rPr lang="de-CH" b="1" dirty="0">
                          <a:effectLst/>
                        </a:rPr>
                        <a:t>Component</a:t>
                      </a:r>
                      <a:endParaRPr lang="de-CH" dirty="0">
                        <a:effectLst/>
                      </a:endParaRPr>
                    </a:p>
                  </a:txBody>
                  <a:tcPr anchor="ctr"/>
                </a:tc>
                <a:tc>
                  <a:txBody>
                    <a:bodyPr/>
                    <a:lstStyle/>
                    <a:p>
                      <a:pPr algn="l" latinLnBrk="0"/>
                      <a:r>
                        <a:rPr lang="de-CH" b="1" dirty="0">
                          <a:effectLst/>
                        </a:rPr>
                        <a:t>Description</a:t>
                      </a:r>
                      <a:endParaRPr lang="de-CH" dirty="0">
                        <a:effectLst/>
                      </a:endParaRPr>
                    </a:p>
                  </a:txBody>
                  <a:tcPr anchor="ctr"/>
                </a:tc>
                <a:tc>
                  <a:txBody>
                    <a:bodyPr/>
                    <a:lstStyle/>
                    <a:p>
                      <a:pPr algn="l" latinLnBrk="0"/>
                      <a:r>
                        <a:rPr lang="de-CH" b="1">
                          <a:effectLst/>
                        </a:rPr>
                        <a:t>Requirements</a:t>
                      </a:r>
                      <a:endParaRPr lang="de-CH">
                        <a:effectLst/>
                      </a:endParaRPr>
                    </a:p>
                  </a:txBody>
                  <a:tcPr anchor="ctr"/>
                </a:tc>
                <a:extLst>
                  <a:ext uri="{0D108BD9-81ED-4DB2-BD59-A6C34878D82A}">
                    <a16:rowId xmlns:a16="http://schemas.microsoft.com/office/drawing/2014/main" val="2521928044"/>
                  </a:ext>
                </a:extLst>
              </a:tr>
              <a:tr h="641395">
                <a:tc>
                  <a:txBody>
                    <a:bodyPr/>
                    <a:lstStyle/>
                    <a:p>
                      <a:pPr latinLnBrk="0"/>
                      <a:r>
                        <a:rPr lang="de-CH" b="1" dirty="0">
                          <a:effectLst/>
                          <a:latin typeface="Arial Black" panose="020B0A04020102020204" pitchFamily="34" charset="0"/>
                          <a:ea typeface="Microsoft YaHei UI" panose="020B0503020204020204" pitchFamily="34" charset="-122"/>
                        </a:rPr>
                        <a:t>Hardware</a:t>
                      </a:r>
                      <a:endParaRPr lang="de-CH" dirty="0">
                        <a:effectLst/>
                        <a:latin typeface="Arial Black" panose="020B0A04020102020204" pitchFamily="34" charset="0"/>
                        <a:ea typeface="Microsoft YaHei UI" panose="020B0503020204020204" pitchFamily="34" charset="-122"/>
                      </a:endParaRPr>
                    </a:p>
                  </a:txBody>
                  <a:tcPr anchor="ctr"/>
                </a:tc>
                <a:tc>
                  <a:txBody>
                    <a:bodyPr/>
                    <a:lstStyle/>
                    <a:p>
                      <a:pPr latinLnBrk="0"/>
                      <a:r>
                        <a:rPr lang="en-US" dirty="0">
                          <a:effectLst/>
                          <a:latin typeface="Microsoft YaHei UI" panose="020B0503020204020204" pitchFamily="34" charset="-122"/>
                          <a:ea typeface="Microsoft YaHei UI" panose="020B0503020204020204" pitchFamily="34" charset="-122"/>
                        </a:rPr>
                        <a:t>Servers, storage, and networking equipment</a:t>
                      </a:r>
                    </a:p>
                  </a:txBody>
                  <a:tcPr anchor="ctr"/>
                </a:tc>
                <a:tc>
                  <a:txBody>
                    <a:bodyPr/>
                    <a:lstStyle/>
                    <a:p>
                      <a:pPr latinLnBrk="0"/>
                      <a:r>
                        <a:rPr lang="en-US">
                          <a:effectLst/>
                          <a:latin typeface="Microsoft YaHei UI" panose="020B0503020204020204" pitchFamily="34" charset="-122"/>
                          <a:ea typeface="Microsoft YaHei UI" panose="020B0503020204020204" pitchFamily="34" charset="-122"/>
                        </a:rPr>
                        <a:t>High-performance CPUs, GPUs, and RAM</a:t>
                      </a:r>
                    </a:p>
                  </a:txBody>
                  <a:tcPr anchor="ctr"/>
                </a:tc>
                <a:extLst>
                  <a:ext uri="{0D108BD9-81ED-4DB2-BD59-A6C34878D82A}">
                    <a16:rowId xmlns:a16="http://schemas.microsoft.com/office/drawing/2014/main" val="1568661908"/>
                  </a:ext>
                </a:extLst>
              </a:tr>
              <a:tr h="916278">
                <a:tc>
                  <a:txBody>
                    <a:bodyPr/>
                    <a:lstStyle/>
                    <a:p>
                      <a:pPr latinLnBrk="0"/>
                      <a:r>
                        <a:rPr lang="de-CH" b="1" dirty="0">
                          <a:effectLst/>
                          <a:latin typeface="Arial Black" panose="020B0A04020102020204" pitchFamily="34" charset="0"/>
                          <a:ea typeface="Microsoft YaHei UI" panose="020B0503020204020204" pitchFamily="34" charset="-122"/>
                        </a:rPr>
                        <a:t>Operating System</a:t>
                      </a:r>
                      <a:endParaRPr lang="de-CH" dirty="0">
                        <a:effectLst/>
                        <a:latin typeface="Arial Black" panose="020B0A04020102020204" pitchFamily="34" charset="0"/>
                        <a:ea typeface="Microsoft YaHei UI" panose="020B0503020204020204" pitchFamily="34" charset="-122"/>
                      </a:endParaRPr>
                    </a:p>
                  </a:txBody>
                  <a:tcPr anchor="ctr"/>
                </a:tc>
                <a:tc>
                  <a:txBody>
                    <a:bodyPr/>
                    <a:lstStyle/>
                    <a:p>
                      <a:pPr latinLnBrk="0"/>
                      <a:r>
                        <a:rPr lang="en-US" dirty="0">
                          <a:effectLst/>
                          <a:latin typeface="Microsoft YaHei UI" panose="020B0503020204020204" pitchFamily="34" charset="-122"/>
                          <a:ea typeface="Microsoft YaHei UI" panose="020B0503020204020204" pitchFamily="34" charset="-122"/>
                        </a:rPr>
                        <a:t>Software that manages computer hardware resources</a:t>
                      </a:r>
                    </a:p>
                  </a:txBody>
                  <a:tcPr anchor="ctr"/>
                </a:tc>
                <a:tc>
                  <a:txBody>
                    <a:bodyPr/>
                    <a:lstStyle/>
                    <a:p>
                      <a:pPr latinLnBrk="0"/>
                      <a:r>
                        <a:rPr lang="en-US">
                          <a:effectLst/>
                          <a:latin typeface="Microsoft YaHei UI" panose="020B0503020204020204" pitchFamily="34" charset="-122"/>
                          <a:ea typeface="Microsoft YaHei UI" panose="020B0503020204020204" pitchFamily="34" charset="-122"/>
                        </a:rPr>
                        <a:t>64-bit Linux or Windows Server</a:t>
                      </a:r>
                    </a:p>
                  </a:txBody>
                  <a:tcPr anchor="ctr"/>
                </a:tc>
                <a:extLst>
                  <a:ext uri="{0D108BD9-81ED-4DB2-BD59-A6C34878D82A}">
                    <a16:rowId xmlns:a16="http://schemas.microsoft.com/office/drawing/2014/main" val="4256286985"/>
                  </a:ext>
                </a:extLst>
              </a:tr>
              <a:tr h="916278">
                <a:tc>
                  <a:txBody>
                    <a:bodyPr/>
                    <a:lstStyle/>
                    <a:p>
                      <a:pPr latinLnBrk="0"/>
                      <a:r>
                        <a:rPr lang="de-CH" b="1">
                          <a:effectLst/>
                          <a:latin typeface="Arial Black" panose="020B0A04020102020204" pitchFamily="34" charset="0"/>
                          <a:ea typeface="Microsoft YaHei UI" panose="020B0503020204020204" pitchFamily="34" charset="-122"/>
                        </a:rPr>
                        <a:t>Storage</a:t>
                      </a:r>
                      <a:endParaRPr lang="de-CH">
                        <a:effectLst/>
                        <a:latin typeface="Arial Black" panose="020B0A04020102020204" pitchFamily="34" charset="0"/>
                        <a:ea typeface="Microsoft YaHei UI" panose="020B0503020204020204" pitchFamily="34" charset="-122"/>
                      </a:endParaRPr>
                    </a:p>
                  </a:txBody>
                  <a:tcPr anchor="ctr"/>
                </a:tc>
                <a:tc>
                  <a:txBody>
                    <a:bodyPr/>
                    <a:lstStyle/>
                    <a:p>
                      <a:pPr latinLnBrk="0"/>
                      <a:r>
                        <a:rPr lang="de-CH" dirty="0">
                          <a:effectLst/>
                          <a:latin typeface="Microsoft YaHei UI" panose="020B0503020204020204" pitchFamily="34" charset="-122"/>
                          <a:ea typeface="Microsoft YaHei UI" panose="020B0503020204020204" pitchFamily="34" charset="-122"/>
                        </a:rPr>
                        <a:t>Disk space for storing data, models, and logs</a:t>
                      </a:r>
                    </a:p>
                  </a:txBody>
                  <a:tcPr anchor="ctr"/>
                </a:tc>
                <a:tc>
                  <a:txBody>
                    <a:bodyPr/>
                    <a:lstStyle/>
                    <a:p>
                      <a:pPr latinLnBrk="0"/>
                      <a:r>
                        <a:rPr lang="en-US" dirty="0">
                          <a:effectLst/>
                          <a:latin typeface="Microsoft YaHei UI" panose="020B0503020204020204" pitchFamily="34" charset="-122"/>
                          <a:ea typeface="Microsoft YaHei UI" panose="020B0503020204020204" pitchFamily="34" charset="-122"/>
                        </a:rPr>
                        <a:t>High-capacity storage (e.g., HDD, SSD, or NAS)</a:t>
                      </a:r>
                    </a:p>
                  </a:txBody>
                  <a:tcPr anchor="ctr"/>
                </a:tc>
                <a:extLst>
                  <a:ext uri="{0D108BD9-81ED-4DB2-BD59-A6C34878D82A}">
                    <a16:rowId xmlns:a16="http://schemas.microsoft.com/office/drawing/2014/main" val="268683771"/>
                  </a:ext>
                </a:extLst>
              </a:tr>
              <a:tr h="879744">
                <a:tc>
                  <a:txBody>
                    <a:bodyPr/>
                    <a:lstStyle/>
                    <a:p>
                      <a:pPr latinLnBrk="0"/>
                      <a:r>
                        <a:rPr lang="de-CH" b="1">
                          <a:effectLst/>
                          <a:latin typeface="Arial Black" panose="020B0A04020102020204" pitchFamily="34" charset="0"/>
                          <a:ea typeface="Microsoft YaHei UI" panose="020B0503020204020204" pitchFamily="34" charset="-122"/>
                        </a:rPr>
                        <a:t>GPU Acceleration</a:t>
                      </a:r>
                      <a:endParaRPr lang="de-CH">
                        <a:effectLst/>
                        <a:latin typeface="Arial Black" panose="020B0A04020102020204" pitchFamily="34" charset="0"/>
                        <a:ea typeface="Microsoft YaHei UI" panose="020B0503020204020204" pitchFamily="34" charset="-122"/>
                      </a:endParaRPr>
                    </a:p>
                  </a:txBody>
                  <a:tcPr anchor="ctr"/>
                </a:tc>
                <a:tc>
                  <a:txBody>
                    <a:bodyPr/>
                    <a:lstStyle/>
                    <a:p>
                      <a:pPr latinLnBrk="0"/>
                      <a:r>
                        <a:rPr lang="en-US">
                          <a:effectLst/>
                          <a:latin typeface="Microsoft YaHei UI" panose="020B0503020204020204" pitchFamily="34" charset="-122"/>
                          <a:ea typeface="Microsoft YaHei UI" panose="020B0503020204020204" pitchFamily="34" charset="-122"/>
                        </a:rPr>
                        <a:t>Hardware acceleration for machine learning computations</a:t>
                      </a:r>
                    </a:p>
                  </a:txBody>
                  <a:tcPr anchor="ctr"/>
                </a:tc>
                <a:tc>
                  <a:txBody>
                    <a:bodyPr/>
                    <a:lstStyle/>
                    <a:p>
                      <a:pPr latinLnBrk="0"/>
                      <a:r>
                        <a:rPr lang="pt-BR" dirty="0">
                          <a:effectLst/>
                          <a:latin typeface="Microsoft YaHei UI" panose="020B0503020204020204" pitchFamily="34" charset="-122"/>
                          <a:ea typeface="Microsoft YaHei UI" panose="020B0503020204020204" pitchFamily="34" charset="-122"/>
                        </a:rPr>
                        <a:t>NVIDIA GPU (e.g., Tesla V100, Quadro RTX 8000)</a:t>
                      </a:r>
                    </a:p>
                  </a:txBody>
                  <a:tcPr anchor="ctr"/>
                </a:tc>
                <a:extLst>
                  <a:ext uri="{0D108BD9-81ED-4DB2-BD59-A6C34878D82A}">
                    <a16:rowId xmlns:a16="http://schemas.microsoft.com/office/drawing/2014/main" val="1669177527"/>
                  </a:ext>
                </a:extLst>
              </a:tr>
              <a:tr h="615821">
                <a:tc>
                  <a:txBody>
                    <a:bodyPr/>
                    <a:lstStyle/>
                    <a:p>
                      <a:pPr latinLnBrk="0"/>
                      <a:r>
                        <a:rPr lang="de-CH" b="1" dirty="0">
                          <a:effectLst/>
                          <a:latin typeface="Arial Black" panose="020B0A04020102020204" pitchFamily="34" charset="0"/>
                          <a:ea typeface="Microsoft YaHei UI" panose="020B0503020204020204" pitchFamily="34" charset="-122"/>
                        </a:rPr>
                        <a:t>Memory</a:t>
                      </a:r>
                      <a:endParaRPr lang="de-CH" dirty="0">
                        <a:effectLst/>
                        <a:latin typeface="Arial Black" panose="020B0A04020102020204" pitchFamily="34" charset="0"/>
                        <a:ea typeface="Microsoft YaHei UI" panose="020B0503020204020204" pitchFamily="34" charset="-122"/>
                      </a:endParaRPr>
                    </a:p>
                  </a:txBody>
                  <a:tcPr anchor="ctr"/>
                </a:tc>
                <a:tc>
                  <a:txBody>
                    <a:bodyPr/>
                    <a:lstStyle/>
                    <a:p>
                      <a:pPr latinLnBrk="0"/>
                      <a:r>
                        <a:rPr lang="en-US">
                          <a:effectLst/>
                          <a:latin typeface="Microsoft YaHei UI" panose="020B0503020204020204" pitchFamily="34" charset="-122"/>
                          <a:ea typeface="Microsoft YaHei UI" panose="020B0503020204020204" pitchFamily="34" charset="-122"/>
                        </a:rPr>
                        <a:t>RAM for running applications and storing data</a:t>
                      </a:r>
                    </a:p>
                  </a:txBody>
                  <a:tcPr anchor="ctr"/>
                </a:tc>
                <a:tc>
                  <a:txBody>
                    <a:bodyPr/>
                    <a:lstStyle/>
                    <a:p>
                      <a:pPr latinLnBrk="0"/>
                      <a:r>
                        <a:rPr lang="en-US" dirty="0">
                          <a:effectLst/>
                          <a:latin typeface="Microsoft YaHei UI" panose="020B0503020204020204" pitchFamily="34" charset="-122"/>
                          <a:ea typeface="Microsoft YaHei UI" panose="020B0503020204020204" pitchFamily="34" charset="-122"/>
                        </a:rPr>
                        <a:t>64 GB or more of RAM</a:t>
                      </a:r>
                    </a:p>
                  </a:txBody>
                  <a:tcPr anchor="ctr"/>
                </a:tc>
                <a:extLst>
                  <a:ext uri="{0D108BD9-81ED-4DB2-BD59-A6C34878D82A}">
                    <a16:rowId xmlns:a16="http://schemas.microsoft.com/office/drawing/2014/main" val="2002656813"/>
                  </a:ext>
                </a:extLst>
              </a:tr>
            </a:tbl>
          </a:graphicData>
        </a:graphic>
      </p:graphicFrame>
    </p:spTree>
    <p:extLst>
      <p:ext uri="{BB962C8B-B14F-4D97-AF65-F5344CB8AC3E}">
        <p14:creationId xmlns:p14="http://schemas.microsoft.com/office/powerpoint/2010/main" val="18302159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5975" y="403123"/>
            <a:ext cx="11602064" cy="1140541"/>
          </a:xfrm>
        </p:spPr>
        <p:txBody>
          <a:bodyPr/>
          <a:lstStyle/>
          <a:p>
            <a:r>
              <a:rPr lang="en-US" altLang="zh-CN" sz="3600" dirty="0"/>
              <a:t>Infrastructure Needs for Local Deployment of RAG</a:t>
            </a:r>
            <a:r>
              <a:rPr lang="en-US" altLang="zh-CN" dirty="0"/>
              <a:t/>
            </a:r>
            <a:br>
              <a:rPr lang="en-US" altLang="zh-CN" dirty="0"/>
            </a:br>
            <a:endParaRPr lang="zh-CN" altLang="en-US" dirty="0"/>
          </a:p>
        </p:txBody>
      </p:sp>
      <p:graphicFrame>
        <p:nvGraphicFramePr>
          <p:cNvPr id="5" name="内容占位符 4"/>
          <p:cNvGraphicFramePr>
            <a:graphicFrameLocks noGrp="1"/>
          </p:cNvGraphicFramePr>
          <p:nvPr>
            <p:ph sz="half" idx="2"/>
            <p:extLst>
              <p:ext uri="{D42A27DB-BD31-4B8C-83A1-F6EECF244321}">
                <p14:modId xmlns:p14="http://schemas.microsoft.com/office/powerpoint/2010/main" val="2607616039"/>
              </p:ext>
            </p:extLst>
          </p:nvPr>
        </p:nvGraphicFramePr>
        <p:xfrm>
          <a:off x="235974" y="1956620"/>
          <a:ext cx="11146401" cy="4165101"/>
        </p:xfrm>
        <a:graphic>
          <a:graphicData uri="http://schemas.openxmlformats.org/drawingml/2006/table">
            <a:tbl>
              <a:tblPr firstRow="1" bandRow="1">
                <a:tableStyleId>{35758FB7-9AC5-4552-8A53-C91805E547FA}</a:tableStyleId>
              </a:tblPr>
              <a:tblGrid>
                <a:gridCol w="3715467">
                  <a:extLst>
                    <a:ext uri="{9D8B030D-6E8A-4147-A177-3AD203B41FA5}">
                      <a16:colId xmlns:a16="http://schemas.microsoft.com/office/drawing/2014/main" val="4182567500"/>
                    </a:ext>
                  </a:extLst>
                </a:gridCol>
                <a:gridCol w="3715467">
                  <a:extLst>
                    <a:ext uri="{9D8B030D-6E8A-4147-A177-3AD203B41FA5}">
                      <a16:colId xmlns:a16="http://schemas.microsoft.com/office/drawing/2014/main" val="581276873"/>
                    </a:ext>
                  </a:extLst>
                </a:gridCol>
                <a:gridCol w="3715467">
                  <a:extLst>
                    <a:ext uri="{9D8B030D-6E8A-4147-A177-3AD203B41FA5}">
                      <a16:colId xmlns:a16="http://schemas.microsoft.com/office/drawing/2014/main" val="689980731"/>
                    </a:ext>
                  </a:extLst>
                </a:gridCol>
              </a:tblGrid>
              <a:tr h="497519">
                <a:tc>
                  <a:txBody>
                    <a:bodyPr/>
                    <a:lstStyle/>
                    <a:p>
                      <a:pPr algn="l"/>
                      <a:r>
                        <a:rPr lang="de-CH" sz="2800" dirty="0">
                          <a:effectLst/>
                          <a:latin typeface="Microsoft YaHei UI" panose="020B0503020204020204" pitchFamily="34" charset="-122"/>
                          <a:ea typeface="Microsoft YaHei UI" panose="020B0503020204020204" pitchFamily="34" charset="-122"/>
                        </a:rPr>
                        <a:t>Software</a:t>
                      </a:r>
                    </a:p>
                  </a:txBody>
                  <a:tcPr marL="95250" marR="95250" marT="95250" marB="95250" anchor="ctr"/>
                </a:tc>
                <a:tc>
                  <a:txBody>
                    <a:bodyPr/>
                    <a:lstStyle/>
                    <a:p>
                      <a:pPr algn="l"/>
                      <a:r>
                        <a:rPr lang="de-CH" sz="2800" dirty="0">
                          <a:effectLst/>
                          <a:latin typeface="Microsoft YaHei UI" panose="020B0503020204020204" pitchFamily="34" charset="-122"/>
                          <a:ea typeface="Microsoft YaHei UI" panose="020B0503020204020204" pitchFamily="34" charset="-122"/>
                        </a:rPr>
                        <a:t>Description</a:t>
                      </a:r>
                    </a:p>
                  </a:txBody>
                  <a:tcPr marL="95250" marR="95250" marT="95250" marB="95250" anchor="ctr"/>
                </a:tc>
                <a:tc>
                  <a:txBody>
                    <a:bodyPr/>
                    <a:lstStyle/>
                    <a:p>
                      <a:pPr algn="l"/>
                      <a:r>
                        <a:rPr lang="de-CH" sz="2800" dirty="0">
                          <a:effectLst/>
                          <a:latin typeface="Microsoft YaHei UI" panose="020B0503020204020204" pitchFamily="34" charset="-122"/>
                          <a:ea typeface="Microsoft YaHei UI" panose="020B0503020204020204" pitchFamily="34" charset="-122"/>
                        </a:rPr>
                        <a:t>Requirements</a:t>
                      </a:r>
                    </a:p>
                  </a:txBody>
                  <a:tcPr marL="95250" marR="95250" marT="95250" marB="95250" anchor="ctr"/>
                </a:tc>
                <a:extLst>
                  <a:ext uri="{0D108BD9-81ED-4DB2-BD59-A6C34878D82A}">
                    <a16:rowId xmlns:a16="http://schemas.microsoft.com/office/drawing/2014/main" val="562634206"/>
                  </a:ext>
                </a:extLst>
              </a:tr>
              <a:tr h="1182627">
                <a:tc>
                  <a:txBody>
                    <a:bodyPr/>
                    <a:lstStyle/>
                    <a:p>
                      <a:pPr algn="l"/>
                      <a:r>
                        <a:rPr lang="de-CH" sz="2800" dirty="0">
                          <a:effectLst/>
                          <a:latin typeface="Microsoft YaHei UI" panose="020B0503020204020204" pitchFamily="34" charset="-122"/>
                          <a:ea typeface="Microsoft YaHei UI" panose="020B0503020204020204" pitchFamily="34" charset="-122"/>
                        </a:rPr>
                        <a:t>RAG Software</a:t>
                      </a:r>
                    </a:p>
                  </a:txBody>
                  <a:tcPr marL="95250" marR="95250" marT="95250" marB="95250" anchor="ctr"/>
                </a:tc>
                <a:tc>
                  <a:txBody>
                    <a:bodyPr/>
                    <a:lstStyle/>
                    <a:p>
                      <a:pPr algn="l"/>
                      <a:r>
                        <a:rPr lang="de-CH" sz="2000" dirty="0">
                          <a:effectLst/>
                          <a:latin typeface="Microsoft YaHei UI" panose="020B0503020204020204" pitchFamily="34" charset="-122"/>
                          <a:ea typeface="Microsoft YaHei UI" panose="020B0503020204020204" pitchFamily="34" charset="-122"/>
                        </a:rPr>
                        <a:t>Retrieval-Augmented Generation software</a:t>
                      </a:r>
                    </a:p>
                  </a:txBody>
                  <a:tcPr marL="95250" marR="95250" marT="95250" marB="95250" anchor="ctr"/>
                </a:tc>
                <a:tc>
                  <a:txBody>
                    <a:bodyPr/>
                    <a:lstStyle/>
                    <a:p>
                      <a:pPr algn="l"/>
                      <a:r>
                        <a:rPr lang="en-US" sz="2000">
                          <a:effectLst/>
                          <a:latin typeface="Microsoft YaHei UI" panose="020B0503020204020204" pitchFamily="34" charset="-122"/>
                          <a:ea typeface="Microsoft YaHei UI" panose="020B0503020204020204" pitchFamily="34" charset="-122"/>
                        </a:rPr>
                        <a:t>RAG software package (e.g., Python library, executable)</a:t>
                      </a:r>
                    </a:p>
                  </a:txBody>
                  <a:tcPr marL="95250" marR="95250" marT="95250" marB="95250" anchor="ctr"/>
                </a:tc>
                <a:extLst>
                  <a:ext uri="{0D108BD9-81ED-4DB2-BD59-A6C34878D82A}">
                    <a16:rowId xmlns:a16="http://schemas.microsoft.com/office/drawing/2014/main" val="784546528"/>
                  </a:ext>
                </a:extLst>
              </a:tr>
              <a:tr h="1182627">
                <a:tc>
                  <a:txBody>
                    <a:bodyPr/>
                    <a:lstStyle/>
                    <a:p>
                      <a:pPr algn="l"/>
                      <a:r>
                        <a:rPr lang="de-CH" sz="2800">
                          <a:effectLst/>
                          <a:latin typeface="Microsoft YaHei UI" panose="020B0503020204020204" pitchFamily="34" charset="-122"/>
                          <a:ea typeface="Microsoft YaHei UI" panose="020B0503020204020204" pitchFamily="34" charset="-122"/>
                        </a:rPr>
                        <a:t>Machine Learning Framework</a:t>
                      </a:r>
                    </a:p>
                  </a:txBody>
                  <a:tcPr marL="95250" marR="95250" marT="95250" marB="95250" anchor="ctr"/>
                </a:tc>
                <a:tc>
                  <a:txBody>
                    <a:bodyPr/>
                    <a:lstStyle/>
                    <a:p>
                      <a:pPr algn="l"/>
                      <a:r>
                        <a:rPr lang="en-US" sz="2000" dirty="0">
                          <a:effectLst/>
                          <a:latin typeface="Microsoft YaHei UI" panose="020B0503020204020204" pitchFamily="34" charset="-122"/>
                          <a:ea typeface="Microsoft YaHei UI" panose="020B0503020204020204" pitchFamily="34" charset="-122"/>
                        </a:rPr>
                        <a:t>Software for building and training machine learning models</a:t>
                      </a:r>
                    </a:p>
                  </a:txBody>
                  <a:tcPr marL="95250" marR="95250" marT="95250" marB="95250" anchor="ctr"/>
                </a:tc>
                <a:tc>
                  <a:txBody>
                    <a:bodyPr/>
                    <a:lstStyle/>
                    <a:p>
                      <a:pPr algn="l"/>
                      <a:r>
                        <a:rPr lang="en-US" sz="2000" dirty="0">
                          <a:effectLst/>
                          <a:latin typeface="Microsoft YaHei UI" panose="020B0503020204020204" pitchFamily="34" charset="-122"/>
                          <a:ea typeface="Microsoft YaHei UI" panose="020B0503020204020204" pitchFamily="34" charset="-122"/>
                        </a:rPr>
                        <a:t>Machine learning framework (e.g., </a:t>
                      </a:r>
                      <a:r>
                        <a:rPr lang="en-US" sz="2000" dirty="0" err="1">
                          <a:effectLst/>
                          <a:latin typeface="Microsoft YaHei UI" panose="020B0503020204020204" pitchFamily="34" charset="-122"/>
                          <a:ea typeface="Microsoft YaHei UI" panose="020B0503020204020204" pitchFamily="34" charset="-122"/>
                        </a:rPr>
                        <a:t>TensorFlow</a:t>
                      </a:r>
                      <a:r>
                        <a:rPr lang="en-US" sz="2000" dirty="0">
                          <a:effectLst/>
                          <a:latin typeface="Microsoft YaHei UI" panose="020B0503020204020204" pitchFamily="34" charset="-122"/>
                          <a:ea typeface="Microsoft YaHei UI" panose="020B0503020204020204" pitchFamily="34" charset="-122"/>
                        </a:rPr>
                        <a:t>, </a:t>
                      </a:r>
                      <a:r>
                        <a:rPr lang="en-US" sz="2000" dirty="0" err="1">
                          <a:effectLst/>
                          <a:latin typeface="Microsoft YaHei UI" panose="020B0503020204020204" pitchFamily="34" charset="-122"/>
                          <a:ea typeface="Microsoft YaHei UI" panose="020B0503020204020204" pitchFamily="34" charset="-122"/>
                        </a:rPr>
                        <a:t>PyTorch</a:t>
                      </a:r>
                      <a:r>
                        <a:rPr lang="en-US" sz="2000" dirty="0">
                          <a:effectLst/>
                          <a:latin typeface="Microsoft YaHei UI" panose="020B0503020204020204" pitchFamily="34" charset="-122"/>
                          <a:ea typeface="Microsoft YaHei UI" panose="020B0503020204020204" pitchFamily="34" charset="-122"/>
                        </a:rPr>
                        <a:t>)</a:t>
                      </a:r>
                    </a:p>
                  </a:txBody>
                  <a:tcPr marL="95250" marR="95250" marT="95250" marB="95250" anchor="ctr"/>
                </a:tc>
                <a:extLst>
                  <a:ext uri="{0D108BD9-81ED-4DB2-BD59-A6C34878D82A}">
                    <a16:rowId xmlns:a16="http://schemas.microsoft.com/office/drawing/2014/main" val="2435726805"/>
                  </a:ext>
                </a:extLst>
              </a:tr>
              <a:tr h="1182627">
                <a:tc>
                  <a:txBody>
                    <a:bodyPr/>
                    <a:lstStyle/>
                    <a:p>
                      <a:pPr algn="l"/>
                      <a:r>
                        <a:rPr lang="de-CH" sz="2800" dirty="0">
                          <a:effectLst/>
                          <a:latin typeface="Microsoft YaHei UI" panose="020B0503020204020204" pitchFamily="34" charset="-122"/>
                          <a:ea typeface="Microsoft YaHei UI" panose="020B0503020204020204" pitchFamily="34" charset="-122"/>
                        </a:rPr>
                        <a:t>Programming Language</a:t>
                      </a:r>
                    </a:p>
                  </a:txBody>
                  <a:tcPr marL="95250" marR="95250" marT="95250" marB="95250" anchor="ctr"/>
                </a:tc>
                <a:tc>
                  <a:txBody>
                    <a:bodyPr/>
                    <a:lstStyle/>
                    <a:p>
                      <a:pPr algn="l"/>
                      <a:r>
                        <a:rPr lang="en-US" sz="2000">
                          <a:effectLst/>
                          <a:latin typeface="Microsoft YaHei UI" panose="020B0503020204020204" pitchFamily="34" charset="-122"/>
                          <a:ea typeface="Microsoft YaHei UI" panose="020B0503020204020204" pitchFamily="34" charset="-122"/>
                        </a:rPr>
                        <a:t>Language for developing and scripting RAG applications</a:t>
                      </a:r>
                    </a:p>
                  </a:txBody>
                  <a:tcPr marL="95250" marR="95250" marT="95250" marB="95250" anchor="ctr"/>
                </a:tc>
                <a:tc>
                  <a:txBody>
                    <a:bodyPr/>
                    <a:lstStyle/>
                    <a:p>
                      <a:pPr algn="l"/>
                      <a:r>
                        <a:rPr lang="de-CH" sz="2000" dirty="0">
                          <a:effectLst/>
                          <a:latin typeface="Microsoft YaHei UI" panose="020B0503020204020204" pitchFamily="34" charset="-122"/>
                          <a:ea typeface="Microsoft YaHei UI" panose="020B0503020204020204" pitchFamily="34" charset="-122"/>
                        </a:rPr>
                        <a:t>Programming language (e.g., Python, Java)</a:t>
                      </a:r>
                    </a:p>
                  </a:txBody>
                  <a:tcPr marL="95250" marR="95250" marT="95250" marB="95250" anchor="ctr"/>
                </a:tc>
                <a:extLst>
                  <a:ext uri="{0D108BD9-81ED-4DB2-BD59-A6C34878D82A}">
                    <a16:rowId xmlns:a16="http://schemas.microsoft.com/office/drawing/2014/main" val="1451186608"/>
                  </a:ext>
                </a:extLst>
              </a:tr>
            </a:tbl>
          </a:graphicData>
        </a:graphic>
      </p:graphicFrame>
    </p:spTree>
    <p:extLst>
      <p:ext uri="{BB962C8B-B14F-4D97-AF65-F5344CB8AC3E}">
        <p14:creationId xmlns:p14="http://schemas.microsoft.com/office/powerpoint/2010/main" val="25963861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Teaching </a:t>
            </a:r>
            <a:r>
              <a:rPr lang="en-US" altLang="zh-CN" dirty="0" smtClean="0"/>
              <a:t>Case </a:t>
            </a:r>
            <a:endParaRPr lang="zh-CN" altLang="en-US" dirty="0"/>
          </a:p>
        </p:txBody>
      </p:sp>
      <p:sp>
        <p:nvSpPr>
          <p:cNvPr id="3" name="内容占位符 2"/>
          <p:cNvSpPr>
            <a:spLocks noGrp="1"/>
          </p:cNvSpPr>
          <p:nvPr>
            <p:ph sz="half" idx="2"/>
          </p:nvPr>
        </p:nvSpPr>
        <p:spPr>
          <a:xfrm>
            <a:off x="6019800" y="1966452"/>
            <a:ext cx="6044381" cy="4562167"/>
          </a:xfrm>
        </p:spPr>
        <p:txBody>
          <a:bodyPr>
            <a:noAutofit/>
          </a:bodyPr>
          <a:lstStyle/>
          <a:p>
            <a:r>
              <a:rPr lang="en-US" altLang="zh-CN" b="1" dirty="0">
                <a:latin typeface="Arial Black" panose="020B0A04020102020204" pitchFamily="34" charset="0"/>
              </a:rPr>
              <a:t>Constitutional Law Research</a:t>
            </a:r>
            <a:endParaRPr lang="en-US" altLang="zh-CN" b="1" dirty="0" smtClean="0">
              <a:latin typeface="Arial Black" panose="020B0A04020102020204" pitchFamily="34" charset="0"/>
            </a:endParaRPr>
          </a:p>
          <a:p>
            <a:r>
              <a:rPr lang="en-US" altLang="zh-CN" b="1" dirty="0" smtClean="0"/>
              <a:t>Task</a:t>
            </a:r>
            <a:r>
              <a:rPr lang="en-US" altLang="zh-CN" b="1" dirty="0"/>
              <a:t>: </a:t>
            </a:r>
            <a:r>
              <a:rPr lang="en-US" altLang="zh-CN" dirty="0"/>
              <a:t>A law student is researching a constitutional law issue involving a challenge to a state statute.</a:t>
            </a:r>
          </a:p>
          <a:p>
            <a:r>
              <a:rPr lang="en-US" altLang="zh-CN" b="1" dirty="0"/>
              <a:t>RAG Input: </a:t>
            </a:r>
            <a:r>
              <a:rPr lang="en-US" altLang="zh-CN" dirty="0"/>
              <a:t>The student inputs the relevant facts of the case, including the statute at issue and the constitutional provisions implicated.</a:t>
            </a:r>
          </a:p>
          <a:p>
            <a:r>
              <a:rPr lang="en-US" altLang="zh-CN" b="1" dirty="0"/>
              <a:t>RAG Output: </a:t>
            </a:r>
            <a:r>
              <a:rPr lang="en-US" altLang="zh-CN" dirty="0"/>
              <a:t>The RAG system searches through a locally deployed database of constitutional law cases and returns a list of relevant precedents, including cases that have addressed similar constitutional issues in the past.</a:t>
            </a:r>
          </a:p>
          <a:p>
            <a:r>
              <a:rPr lang="en-US" altLang="zh-CN" b="1" dirty="0"/>
              <a:t>Result: </a:t>
            </a:r>
            <a:r>
              <a:rPr lang="en-US" altLang="zh-CN" dirty="0"/>
              <a:t>The student is able to identify a key precedent that establishes a controlling principle of constitutional law, which helps to resolve the issue.</a:t>
            </a:r>
            <a:endParaRPr lang="zh-CN" altLang="en-US" dirty="0"/>
          </a:p>
        </p:txBody>
      </p:sp>
      <p:sp>
        <p:nvSpPr>
          <p:cNvPr id="4" name="内容占位符 3"/>
          <p:cNvSpPr>
            <a:spLocks noGrp="1"/>
          </p:cNvSpPr>
          <p:nvPr>
            <p:ph sz="half" idx="1"/>
          </p:nvPr>
        </p:nvSpPr>
        <p:spPr>
          <a:xfrm>
            <a:off x="-88489" y="1966452"/>
            <a:ext cx="6108290" cy="4562167"/>
          </a:xfrm>
        </p:spPr>
        <p:txBody>
          <a:bodyPr>
            <a:normAutofit lnSpcReduction="10000"/>
          </a:bodyPr>
          <a:lstStyle/>
          <a:p>
            <a:r>
              <a:rPr lang="en-US" altLang="zh-CN" sz="1900" b="1" dirty="0"/>
              <a:t> </a:t>
            </a:r>
            <a:r>
              <a:rPr lang="en-US" altLang="zh-CN" sz="1900" b="1" dirty="0">
                <a:latin typeface="Arial Black" panose="020B0A04020102020204" pitchFamily="34" charset="0"/>
              </a:rPr>
              <a:t>Case Law Research</a:t>
            </a:r>
          </a:p>
          <a:p>
            <a:r>
              <a:rPr lang="en-US" altLang="zh-CN" sz="1900" b="1" dirty="0" smtClean="0"/>
              <a:t>Task</a:t>
            </a:r>
            <a:r>
              <a:rPr lang="en-US" altLang="zh-CN" dirty="0"/>
              <a:t>: A law student is researching a case involving a contract dispute between two companies.</a:t>
            </a:r>
          </a:p>
          <a:p>
            <a:r>
              <a:rPr lang="en-US" altLang="zh-CN" b="1" dirty="0"/>
              <a:t>RAG Input: </a:t>
            </a:r>
            <a:r>
              <a:rPr lang="en-US" altLang="zh-CN" dirty="0"/>
              <a:t>The student inputs the relevant facts of the case, including the parties involved, the contract terms, and the disputed issues.</a:t>
            </a:r>
          </a:p>
          <a:p>
            <a:r>
              <a:rPr lang="en-US" altLang="zh-CN" b="1" dirty="0"/>
              <a:t>RAG Output: </a:t>
            </a:r>
            <a:r>
              <a:rPr lang="en-US" altLang="zh-CN" dirty="0"/>
              <a:t>The RAG system searches through a locally deployed database of case law and returns a list of relevant precedents, including summaries of the cases and links to the full text of the opinions.</a:t>
            </a:r>
          </a:p>
          <a:p>
            <a:r>
              <a:rPr lang="en-US" altLang="zh-CN" b="1" dirty="0"/>
              <a:t>Result: </a:t>
            </a:r>
            <a:r>
              <a:rPr lang="en-US" altLang="zh-CN" dirty="0"/>
              <a:t>The student is able to quickly and accurately identify relevant precedents that support their argument, including a landmark case that establishes a key principle of contract law.</a:t>
            </a:r>
            <a:endParaRPr lang="zh-CN" altLang="en-US" dirty="0"/>
          </a:p>
        </p:txBody>
      </p:sp>
    </p:spTree>
    <p:extLst>
      <p:ext uri="{BB962C8B-B14F-4D97-AF65-F5344CB8AC3E}">
        <p14:creationId xmlns:p14="http://schemas.microsoft.com/office/powerpoint/2010/main" val="39028809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de-CH" altLang="zh-CN" dirty="0"/>
              <a:t>Future outlook and opportunities</a:t>
            </a:r>
            <a:br>
              <a:rPr lang="de-CH" altLang="zh-CN" dirty="0"/>
            </a:br>
            <a:endParaRPr lang="zh-CN" altLang="en-US" dirty="0"/>
          </a:p>
        </p:txBody>
      </p:sp>
      <p:sp>
        <p:nvSpPr>
          <p:cNvPr id="8" name="内容占位符 7"/>
          <p:cNvSpPr>
            <a:spLocks noGrp="1"/>
          </p:cNvSpPr>
          <p:nvPr>
            <p:ph sz="half" idx="2"/>
          </p:nvPr>
        </p:nvSpPr>
        <p:spPr>
          <a:xfrm>
            <a:off x="6187415" y="2222286"/>
            <a:ext cx="5444146" cy="4394823"/>
          </a:xfrm>
        </p:spPr>
        <p:txBody>
          <a:bodyPr>
            <a:normAutofit fontScale="70000" lnSpcReduction="20000"/>
          </a:bodyPr>
          <a:lstStyle/>
          <a:p>
            <a:pPr marL="0" indent="0">
              <a:buNone/>
            </a:pPr>
            <a:r>
              <a:rPr lang="en-US" altLang="zh-CN" sz="3100" dirty="0">
                <a:cs typeface="Tahoma" panose="020B0604030504040204" pitchFamily="34" charset="0"/>
              </a:rPr>
              <a:t>Practical Considerations for RAG Deployment in Education</a:t>
            </a:r>
          </a:p>
          <a:p>
            <a:pPr>
              <a:buFont typeface="Wingdings" panose="05000000000000000000" pitchFamily="2" charset="2"/>
              <a:buChar char="l"/>
            </a:pPr>
            <a:r>
              <a:rPr lang="en-US" altLang="zh-CN" sz="2100" b="1" dirty="0">
                <a:cs typeface="Tahoma" panose="020B0604030504040204" pitchFamily="34" charset="0"/>
              </a:rPr>
              <a:t>Data Management and Preprocessing</a:t>
            </a:r>
          </a:p>
          <a:p>
            <a:pPr marL="0" indent="0">
              <a:buNone/>
            </a:pPr>
            <a:r>
              <a:rPr lang="en-US" altLang="zh-CN" sz="2100" dirty="0">
                <a:cs typeface="Tahoma" panose="020B0604030504040204" pitchFamily="34" charset="0"/>
              </a:rPr>
              <a:t>Effective data management and preprocessing are essential, including sourcing and curating relevant knowledge sources, cleaning and preprocessing data, and implementing efficient indexing and retrieval strategies.</a:t>
            </a:r>
          </a:p>
          <a:p>
            <a:pPr>
              <a:buFont typeface="Wingdings" panose="05000000000000000000" pitchFamily="2" charset="2"/>
              <a:buChar char="l"/>
            </a:pPr>
            <a:r>
              <a:rPr lang="en-US" altLang="zh-CN" sz="2100" b="1" dirty="0">
                <a:cs typeface="Tahoma" panose="020B0604030504040204" pitchFamily="34" charset="0"/>
              </a:rPr>
              <a:t>Model Serving and Inference</a:t>
            </a:r>
          </a:p>
          <a:p>
            <a:pPr marL="0" indent="0">
              <a:buNone/>
            </a:pPr>
            <a:r>
              <a:rPr lang="en-US" altLang="zh-CN" sz="2100" dirty="0">
                <a:cs typeface="Tahoma" panose="020B0604030504040204" pitchFamily="34" charset="0"/>
              </a:rPr>
              <a:t>Robust model serving and inference capabilities are required to handle real-time requests from students and teachers, leveraging techniques like batching, caching, and offline generation.</a:t>
            </a:r>
          </a:p>
          <a:p>
            <a:pPr>
              <a:buFont typeface="Wingdings" panose="05000000000000000000" pitchFamily="2" charset="2"/>
              <a:buChar char="l"/>
            </a:pPr>
            <a:r>
              <a:rPr lang="en-US" altLang="zh-CN" sz="2100" b="1" dirty="0">
                <a:cs typeface="Tahoma" panose="020B0604030504040204" pitchFamily="34" charset="0"/>
              </a:rPr>
              <a:t>Monitoring and Maintenance</a:t>
            </a:r>
          </a:p>
          <a:p>
            <a:pPr marL="0" indent="0">
              <a:buNone/>
            </a:pPr>
            <a:r>
              <a:rPr lang="en-US" altLang="zh-CN" sz="2200" dirty="0">
                <a:cs typeface="Tahoma" panose="020B0604030504040204" pitchFamily="34" charset="0"/>
              </a:rPr>
              <a:t>Comprehensive logging and monitoring infrastructure are crucial for maintaining and troubleshooting </a:t>
            </a:r>
            <a:r>
              <a:rPr lang="en-US" altLang="zh-CN" sz="2200" dirty="0"/>
              <a:t>RAG deployments, enabling performance optimization and model updates.</a:t>
            </a:r>
            <a:endParaRPr lang="zh-CN" altLang="en-US" sz="2200" dirty="0"/>
          </a:p>
        </p:txBody>
      </p:sp>
      <p:sp>
        <p:nvSpPr>
          <p:cNvPr id="9" name="内容占位符 8">
            <a:extLst>
              <a:ext uri="{FF2B5EF4-FFF2-40B4-BE49-F238E27FC236}">
                <a16:creationId xmlns:a16="http://schemas.microsoft.com/office/drawing/2014/main" id="{D7442235-8F25-4E4C-8750-8CC8C44313AD}"/>
              </a:ext>
            </a:extLst>
          </p:cNvPr>
          <p:cNvSpPr>
            <a:spLocks noGrp="1"/>
          </p:cNvSpPr>
          <p:nvPr>
            <p:ph sz="half" idx="1"/>
          </p:nvPr>
        </p:nvSpPr>
        <p:spPr/>
        <p:txBody>
          <a:bodyPr rtlCol="0">
            <a:normAutofit fontScale="85000" lnSpcReduction="20000"/>
          </a:bodyPr>
          <a:lstStyle/>
          <a:p>
            <a:pPr marL="0" indent="0" algn="ctr">
              <a:buNone/>
            </a:pPr>
            <a:r>
              <a:rPr lang="en-US" altLang="zh-CN" sz="2800" dirty="0">
                <a:cs typeface="Tahoma" panose="020B0604030504040204" pitchFamily="34" charset="0"/>
              </a:rPr>
              <a:t>Advantages of RAG for </a:t>
            </a:r>
            <a:r>
              <a:rPr lang="en-US" altLang="zh-CN" sz="2800" dirty="0" smtClean="0">
                <a:cs typeface="Tahoma" panose="020B0604030504040204" pitchFamily="34" charset="0"/>
              </a:rPr>
              <a:t>Education</a:t>
            </a:r>
          </a:p>
          <a:p>
            <a:pPr>
              <a:buFont typeface="Wingdings" panose="05000000000000000000" pitchFamily="2" charset="2"/>
              <a:buChar char="l"/>
            </a:pPr>
            <a:r>
              <a:rPr lang="en-US" altLang="zh-CN" b="1" dirty="0">
                <a:cs typeface="Tahoma" panose="020B0604030504040204" pitchFamily="34" charset="0"/>
              </a:rPr>
              <a:t>Leveraging External Knowledge: </a:t>
            </a:r>
            <a:r>
              <a:rPr lang="en-US" altLang="zh-CN" dirty="0">
                <a:cs typeface="Tahoma" panose="020B0604030504040204" pitchFamily="34" charset="0"/>
              </a:rPr>
              <a:t>RAG models can access and leverage external knowledge sources beyond the fixed training data, allowing them to provide more up-to-date and comprehensive information to students.</a:t>
            </a:r>
          </a:p>
          <a:p>
            <a:pPr>
              <a:buFont typeface="Wingdings" panose="05000000000000000000" pitchFamily="2" charset="2"/>
              <a:buChar char="l"/>
            </a:pPr>
            <a:r>
              <a:rPr lang="en-US" altLang="zh-CN" b="1" dirty="0">
                <a:cs typeface="Tahoma" panose="020B0604030504040204" pitchFamily="34" charset="0"/>
              </a:rPr>
              <a:t>Sample Efficiency: </a:t>
            </a:r>
            <a:r>
              <a:rPr lang="en-US" altLang="zh-CN" dirty="0">
                <a:cs typeface="Tahoma" panose="020B0604030504040204" pitchFamily="34" charset="0"/>
              </a:rPr>
              <a:t>RAG models can be more sample-efficient, as they can utilize existing knowledge bases rather than relying solely on limited training data. This can be particularly beneficial in education where data may be scarce.</a:t>
            </a:r>
          </a:p>
          <a:p>
            <a:pPr>
              <a:buFont typeface="Wingdings" panose="05000000000000000000" pitchFamily="2" charset="2"/>
              <a:buChar char="l"/>
            </a:pPr>
            <a:r>
              <a:rPr lang="en-US" altLang="zh-CN" b="1" dirty="0">
                <a:cs typeface="Tahoma" panose="020B0604030504040204" pitchFamily="34" charset="0"/>
              </a:rPr>
              <a:t>Improved Performance: </a:t>
            </a:r>
            <a:r>
              <a:rPr lang="en-US" altLang="zh-CN" dirty="0">
                <a:cs typeface="Tahoma" panose="020B0604030504040204" pitchFamily="34" charset="0"/>
              </a:rPr>
              <a:t>By combining retrieval and generation capabilities, RAG models can outperform traditional language models in tasks like question answering, content generation, and personalized learning.</a:t>
            </a:r>
          </a:p>
        </p:txBody>
      </p:sp>
    </p:spTree>
    <p:extLst>
      <p:ext uri="{BB962C8B-B14F-4D97-AF65-F5344CB8AC3E}">
        <p14:creationId xmlns:p14="http://schemas.microsoft.com/office/powerpoint/2010/main" val="19802965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de-CH" altLang="zh-CN" dirty="0"/>
              <a:t>Future outlook and opportunities</a:t>
            </a:r>
            <a:br>
              <a:rPr lang="de-CH" altLang="zh-CN" dirty="0"/>
            </a:br>
            <a:endParaRPr lang="zh-CN" altLang="en-US" dirty="0"/>
          </a:p>
        </p:txBody>
      </p:sp>
      <p:sp>
        <p:nvSpPr>
          <p:cNvPr id="5" name="内容占位符 4"/>
          <p:cNvSpPr>
            <a:spLocks noGrp="1"/>
          </p:cNvSpPr>
          <p:nvPr>
            <p:ph sz="half" idx="2"/>
          </p:nvPr>
        </p:nvSpPr>
        <p:spPr/>
        <p:txBody>
          <a:bodyPr>
            <a:normAutofit fontScale="62500" lnSpcReduction="20000"/>
          </a:bodyPr>
          <a:lstStyle/>
          <a:p>
            <a:pPr marL="0" indent="0">
              <a:buNone/>
            </a:pPr>
            <a:r>
              <a:rPr lang="en-US" altLang="zh-CN" sz="3800" b="1" dirty="0"/>
              <a:t>Future Directions and Opportunities</a:t>
            </a:r>
          </a:p>
          <a:p>
            <a:pPr>
              <a:buFont typeface="Wingdings" panose="05000000000000000000" pitchFamily="2" charset="2"/>
              <a:buChar char="u"/>
            </a:pPr>
            <a:r>
              <a:rPr lang="en-US" altLang="zh-CN" dirty="0" smtClean="0"/>
              <a:t>    </a:t>
            </a:r>
            <a:r>
              <a:rPr lang="en-US" altLang="zh-CN" b="1" dirty="0" smtClean="0"/>
              <a:t>Multilingual </a:t>
            </a:r>
            <a:r>
              <a:rPr lang="en-US" altLang="zh-CN" b="1" dirty="0"/>
              <a:t>and Cross-Lingual </a:t>
            </a:r>
            <a:r>
              <a:rPr lang="en-US" altLang="zh-CN" b="1" dirty="0" smtClean="0"/>
              <a:t>Applications</a:t>
            </a:r>
            <a:r>
              <a:rPr lang="zh-CN" altLang="en-US" dirty="0" smtClean="0"/>
              <a:t>：</a:t>
            </a:r>
            <a:endParaRPr lang="en-US" altLang="zh-CN" dirty="0"/>
          </a:p>
          <a:p>
            <a:pPr marL="0" indent="0">
              <a:buNone/>
            </a:pPr>
            <a:r>
              <a:rPr lang="en-US" altLang="zh-CN" dirty="0" smtClean="0"/>
              <a:t>    Deploying </a:t>
            </a:r>
            <a:r>
              <a:rPr lang="en-US" altLang="zh-CN" dirty="0"/>
              <a:t>RAG models for multilingual and cross-lingual educational applications, addressing challenges like linguistic diversity and cultural context.</a:t>
            </a:r>
          </a:p>
          <a:p>
            <a:pPr>
              <a:buFont typeface="Wingdings" panose="05000000000000000000" pitchFamily="2" charset="2"/>
              <a:buChar char="u"/>
            </a:pPr>
            <a:r>
              <a:rPr lang="en-US" altLang="zh-CN" dirty="0" smtClean="0"/>
              <a:t> </a:t>
            </a:r>
            <a:r>
              <a:rPr lang="en-US" altLang="zh-CN" b="1" dirty="0" smtClean="0"/>
              <a:t>Multimodal </a:t>
            </a:r>
            <a:r>
              <a:rPr lang="en-US" altLang="zh-CN" b="1" dirty="0"/>
              <a:t>Data </a:t>
            </a:r>
            <a:r>
              <a:rPr lang="en-US" altLang="zh-CN" b="1" dirty="0" smtClean="0"/>
              <a:t>Integration</a:t>
            </a:r>
            <a:r>
              <a:rPr lang="zh-CN" altLang="en-US" b="1" dirty="0" smtClean="0"/>
              <a:t>：</a:t>
            </a:r>
            <a:endParaRPr lang="en-US" altLang="zh-CN" b="1" dirty="0"/>
          </a:p>
          <a:p>
            <a:r>
              <a:rPr lang="en-US" altLang="zh-CN" dirty="0"/>
              <a:t>Incorporating multimodal data sources, such as images, videos, and structured data, into RAG models to enable more comprehensive and engaging educational experiences.</a:t>
            </a:r>
          </a:p>
          <a:p>
            <a:r>
              <a:rPr lang="en-US" altLang="zh-CN" b="1" dirty="0"/>
              <a:t>Privacy-Preserving and Secure </a:t>
            </a:r>
            <a:r>
              <a:rPr lang="en-US" altLang="zh-CN" b="1" dirty="0" smtClean="0"/>
              <a:t>Deployment</a:t>
            </a:r>
            <a:r>
              <a:rPr lang="zh-CN" altLang="en-US" b="1" dirty="0" smtClean="0"/>
              <a:t>：</a:t>
            </a:r>
            <a:endParaRPr lang="en-US" altLang="zh-CN" b="1" dirty="0"/>
          </a:p>
          <a:p>
            <a:r>
              <a:rPr lang="en-US" altLang="zh-CN" dirty="0"/>
              <a:t>Developing privacy-preserving and secure deployment strategies for RAG models in educational settings, ensuring the protection of sensitive student data and information.</a:t>
            </a:r>
            <a:endParaRPr lang="zh-CN" altLang="en-US" dirty="0"/>
          </a:p>
        </p:txBody>
      </p:sp>
    </p:spTree>
    <p:extLst>
      <p:ext uri="{BB962C8B-B14F-4D97-AF65-F5344CB8AC3E}">
        <p14:creationId xmlns:p14="http://schemas.microsoft.com/office/powerpoint/2010/main" val="7867777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453449289"/>
              </p:ext>
            </p:extLst>
          </p:nvPr>
        </p:nvGraphicFramePr>
        <p:xfrm>
          <a:off x="501446" y="206477"/>
          <a:ext cx="11331966" cy="6377202"/>
        </p:xfrm>
        <a:graphic>
          <a:graphicData uri="http://schemas.openxmlformats.org/drawingml/2006/table">
            <a:tbl>
              <a:tblPr firstRow="1" bandRow="1">
                <a:tableStyleId>{69C7853C-536D-4A76-A0AE-DD22124D55A5}</a:tableStyleId>
              </a:tblPr>
              <a:tblGrid>
                <a:gridCol w="3777322">
                  <a:extLst>
                    <a:ext uri="{9D8B030D-6E8A-4147-A177-3AD203B41FA5}">
                      <a16:colId xmlns:a16="http://schemas.microsoft.com/office/drawing/2014/main" val="2630434240"/>
                    </a:ext>
                  </a:extLst>
                </a:gridCol>
                <a:gridCol w="3777322">
                  <a:extLst>
                    <a:ext uri="{9D8B030D-6E8A-4147-A177-3AD203B41FA5}">
                      <a16:colId xmlns:a16="http://schemas.microsoft.com/office/drawing/2014/main" val="3881973956"/>
                    </a:ext>
                  </a:extLst>
                </a:gridCol>
                <a:gridCol w="3777322">
                  <a:extLst>
                    <a:ext uri="{9D8B030D-6E8A-4147-A177-3AD203B41FA5}">
                      <a16:colId xmlns:a16="http://schemas.microsoft.com/office/drawing/2014/main" val="3674899983"/>
                    </a:ext>
                  </a:extLst>
                </a:gridCol>
              </a:tblGrid>
              <a:tr h="371874">
                <a:tc>
                  <a:txBody>
                    <a:bodyPr/>
                    <a:lstStyle/>
                    <a:p>
                      <a:pPr algn="l" fontAlgn="b"/>
                      <a:r>
                        <a:rPr lang="de-CH" b="0">
                          <a:effectLst/>
                          <a:latin typeface="Arial Black" panose="020B0A04020102020204" pitchFamily="34" charset="0"/>
                        </a:rPr>
                        <a:t>Comparison</a:t>
                      </a:r>
                    </a:p>
                  </a:txBody>
                  <a:tcPr anchor="b">
                    <a:solidFill>
                      <a:schemeClr val="accent1">
                        <a:lumMod val="60000"/>
                        <a:lumOff val="40000"/>
                      </a:schemeClr>
                    </a:solidFill>
                  </a:tcPr>
                </a:tc>
                <a:tc>
                  <a:txBody>
                    <a:bodyPr/>
                    <a:lstStyle/>
                    <a:p>
                      <a:pPr algn="l" fontAlgn="b"/>
                      <a:r>
                        <a:rPr lang="de-CH" b="0">
                          <a:effectLst/>
                          <a:latin typeface="Arial Black" panose="020B0A04020102020204" pitchFamily="34" charset="0"/>
                        </a:rPr>
                        <a:t>Graph RAG</a:t>
                      </a:r>
                    </a:p>
                  </a:txBody>
                  <a:tcPr anchor="b">
                    <a:solidFill>
                      <a:schemeClr val="accent1">
                        <a:lumMod val="60000"/>
                        <a:lumOff val="40000"/>
                      </a:schemeClr>
                    </a:solidFill>
                  </a:tcPr>
                </a:tc>
                <a:tc>
                  <a:txBody>
                    <a:bodyPr/>
                    <a:lstStyle/>
                    <a:p>
                      <a:pPr algn="l" fontAlgn="b"/>
                      <a:r>
                        <a:rPr lang="de-CH" b="0" dirty="0">
                          <a:effectLst/>
                          <a:latin typeface="Arial Black" panose="020B0A04020102020204" pitchFamily="34" charset="0"/>
                        </a:rPr>
                        <a:t>RAG</a:t>
                      </a:r>
                    </a:p>
                  </a:txBody>
                  <a:tcPr anchor="b">
                    <a:solidFill>
                      <a:schemeClr val="accent1">
                        <a:lumMod val="60000"/>
                        <a:lumOff val="40000"/>
                      </a:schemeClr>
                    </a:solidFill>
                  </a:tcPr>
                </a:tc>
                <a:extLst>
                  <a:ext uri="{0D108BD9-81ED-4DB2-BD59-A6C34878D82A}">
                    <a16:rowId xmlns:a16="http://schemas.microsoft.com/office/drawing/2014/main" val="3917520744"/>
                  </a:ext>
                </a:extLst>
              </a:tr>
              <a:tr h="618196">
                <a:tc>
                  <a:txBody>
                    <a:bodyPr/>
                    <a:lstStyle/>
                    <a:p>
                      <a:pPr algn="l" fontAlgn="base"/>
                      <a:r>
                        <a:rPr lang="de-CH" b="0" dirty="0">
                          <a:effectLst/>
                          <a:latin typeface="Arial Black" panose="020B0A04020102020204" pitchFamily="34" charset="0"/>
                        </a:rPr>
                        <a:t>Knowledge Source</a:t>
                      </a:r>
                      <a:endParaRPr lang="de-CH" dirty="0">
                        <a:effectLst/>
                        <a:latin typeface="Arial Black" panose="020B0A04020102020204" pitchFamily="34" charset="0"/>
                      </a:endParaRPr>
                    </a:p>
                  </a:txBody>
                  <a:tcPr anchor="ctr">
                    <a:solidFill>
                      <a:schemeClr val="bg2">
                        <a:lumMod val="90000"/>
                      </a:schemeClr>
                    </a:solidFill>
                  </a:tcPr>
                </a:tc>
                <a:tc>
                  <a:txBody>
                    <a:bodyPr/>
                    <a:lstStyle/>
                    <a:p>
                      <a:pPr algn="l" fontAlgn="base"/>
                      <a:r>
                        <a:rPr lang="de-CH">
                          <a:effectLst/>
                        </a:rPr>
                        <a:t>Structured knowledge graphs</a:t>
                      </a:r>
                    </a:p>
                  </a:txBody>
                  <a:tcPr anchor="ctr">
                    <a:solidFill>
                      <a:schemeClr val="bg2">
                        <a:lumMod val="90000"/>
                      </a:schemeClr>
                    </a:solidFill>
                  </a:tcPr>
                </a:tc>
                <a:tc>
                  <a:txBody>
                    <a:bodyPr/>
                    <a:lstStyle/>
                    <a:p>
                      <a:pPr algn="l" fontAlgn="base"/>
                      <a:r>
                        <a:rPr lang="de-CH" dirty="0">
                          <a:effectLst/>
                        </a:rPr>
                        <a:t>Unstructured text documents</a:t>
                      </a:r>
                    </a:p>
                  </a:txBody>
                  <a:tcPr anchor="ctr">
                    <a:solidFill>
                      <a:schemeClr val="bg2">
                        <a:lumMod val="90000"/>
                      </a:schemeClr>
                    </a:solidFill>
                  </a:tcPr>
                </a:tc>
                <a:extLst>
                  <a:ext uri="{0D108BD9-81ED-4DB2-BD59-A6C34878D82A}">
                    <a16:rowId xmlns:a16="http://schemas.microsoft.com/office/drawing/2014/main" val="121307791"/>
                  </a:ext>
                </a:extLst>
              </a:tr>
              <a:tr h="883136">
                <a:tc>
                  <a:txBody>
                    <a:bodyPr/>
                    <a:lstStyle/>
                    <a:p>
                      <a:pPr algn="l" fontAlgn="base"/>
                      <a:r>
                        <a:rPr lang="de-CH" b="0" dirty="0">
                          <a:effectLst/>
                          <a:latin typeface="Arial Black" panose="020B0A04020102020204" pitchFamily="34" charset="0"/>
                        </a:rPr>
                        <a:t>Retrieval Method</a:t>
                      </a:r>
                      <a:endParaRPr lang="de-CH" dirty="0">
                        <a:effectLst/>
                        <a:latin typeface="Arial Black" panose="020B0A04020102020204" pitchFamily="34" charset="0"/>
                      </a:endParaRPr>
                    </a:p>
                  </a:txBody>
                  <a:tcPr anchor="ctr">
                    <a:solidFill>
                      <a:schemeClr val="accent3"/>
                    </a:solidFill>
                  </a:tcPr>
                </a:tc>
                <a:tc>
                  <a:txBody>
                    <a:bodyPr/>
                    <a:lstStyle/>
                    <a:p>
                      <a:pPr algn="l" fontAlgn="base"/>
                      <a:r>
                        <a:rPr lang="de-CH" dirty="0">
                          <a:effectLst/>
                        </a:rPr>
                        <a:t>Traverses graph structure to retrieve relevant subgraphs</a:t>
                      </a:r>
                    </a:p>
                  </a:txBody>
                  <a:tcPr anchor="ctr"/>
                </a:tc>
                <a:tc>
                  <a:txBody>
                    <a:bodyPr/>
                    <a:lstStyle/>
                    <a:p>
                      <a:pPr algn="l" fontAlgn="base"/>
                      <a:r>
                        <a:rPr lang="en-US" dirty="0">
                          <a:effectLst/>
                        </a:rPr>
                        <a:t>Performs vector similarity search on text </a:t>
                      </a:r>
                      <a:r>
                        <a:rPr lang="en-US" dirty="0" err="1">
                          <a:effectLst/>
                        </a:rPr>
                        <a:t>embeddings</a:t>
                      </a:r>
                      <a:endParaRPr lang="en-US" dirty="0">
                        <a:effectLst/>
                      </a:endParaRPr>
                    </a:p>
                  </a:txBody>
                  <a:tcPr anchor="ctr"/>
                </a:tc>
                <a:extLst>
                  <a:ext uri="{0D108BD9-81ED-4DB2-BD59-A6C34878D82A}">
                    <a16:rowId xmlns:a16="http://schemas.microsoft.com/office/drawing/2014/main" val="839702162"/>
                  </a:ext>
                </a:extLst>
              </a:tr>
              <a:tr h="1677960">
                <a:tc>
                  <a:txBody>
                    <a:bodyPr/>
                    <a:lstStyle/>
                    <a:p>
                      <a:pPr algn="l" fontAlgn="base"/>
                      <a:r>
                        <a:rPr lang="de-CH" b="0">
                          <a:effectLst/>
                          <a:latin typeface="Arial Black" panose="020B0A04020102020204" pitchFamily="34" charset="0"/>
                        </a:rPr>
                        <a:t>Contextual Information</a:t>
                      </a:r>
                      <a:endParaRPr lang="de-CH">
                        <a:effectLst/>
                        <a:latin typeface="Arial Black" panose="020B0A04020102020204" pitchFamily="34" charset="0"/>
                      </a:endParaRPr>
                    </a:p>
                  </a:txBody>
                  <a:tcPr anchor="ctr">
                    <a:solidFill>
                      <a:schemeClr val="accent3"/>
                    </a:solidFill>
                  </a:tcPr>
                </a:tc>
                <a:tc>
                  <a:txBody>
                    <a:bodyPr/>
                    <a:lstStyle/>
                    <a:p>
                      <a:pPr algn="l" fontAlgn="base"/>
                      <a:r>
                        <a:rPr lang="en-US" dirty="0">
                          <a:effectLst/>
                        </a:rPr>
                        <a:t>Provides rich context through entity properties, relationships, and hierarchies in the graph</a:t>
                      </a:r>
                    </a:p>
                  </a:txBody>
                  <a:tcPr anchor="ctr"/>
                </a:tc>
                <a:tc>
                  <a:txBody>
                    <a:bodyPr/>
                    <a:lstStyle/>
                    <a:p>
                      <a:pPr algn="l" fontAlgn="base"/>
                      <a:r>
                        <a:rPr lang="en-US" dirty="0">
                          <a:effectLst/>
                        </a:rPr>
                        <a:t>Provides limited context through text snippets</a:t>
                      </a:r>
                    </a:p>
                  </a:txBody>
                  <a:tcPr anchor="ctr"/>
                </a:tc>
                <a:extLst>
                  <a:ext uri="{0D108BD9-81ED-4DB2-BD59-A6C34878D82A}">
                    <a16:rowId xmlns:a16="http://schemas.microsoft.com/office/drawing/2014/main" val="1946841032"/>
                  </a:ext>
                </a:extLst>
              </a:tr>
              <a:tr h="1413018">
                <a:tc>
                  <a:txBody>
                    <a:bodyPr/>
                    <a:lstStyle/>
                    <a:p>
                      <a:pPr algn="l" fontAlgn="base"/>
                      <a:r>
                        <a:rPr lang="de-CH" b="0">
                          <a:effectLst/>
                          <a:latin typeface="Arial Black" panose="020B0A04020102020204" pitchFamily="34" charset="0"/>
                        </a:rPr>
                        <a:t>Explainability</a:t>
                      </a:r>
                      <a:endParaRPr lang="de-CH">
                        <a:effectLst/>
                        <a:latin typeface="Arial Black" panose="020B0A04020102020204" pitchFamily="34" charset="0"/>
                      </a:endParaRPr>
                    </a:p>
                  </a:txBody>
                  <a:tcPr anchor="ctr">
                    <a:solidFill>
                      <a:schemeClr val="accent3"/>
                    </a:solidFill>
                  </a:tcPr>
                </a:tc>
                <a:tc>
                  <a:txBody>
                    <a:bodyPr/>
                    <a:lstStyle/>
                    <a:p>
                      <a:pPr algn="l" fontAlgn="base"/>
                      <a:r>
                        <a:rPr lang="en-US">
                          <a:effectLst/>
                        </a:rPr>
                        <a:t>Offers more transparency by tracing reasoning through the graph structure</a:t>
                      </a:r>
                    </a:p>
                  </a:txBody>
                  <a:tcPr anchor="ctr"/>
                </a:tc>
                <a:tc>
                  <a:txBody>
                    <a:bodyPr/>
                    <a:lstStyle/>
                    <a:p>
                      <a:pPr algn="l" fontAlgn="base"/>
                      <a:r>
                        <a:rPr lang="en-US">
                          <a:effectLst/>
                        </a:rPr>
                        <a:t>Lacks explainability as it relies on black-box vector similarity</a:t>
                      </a:r>
                    </a:p>
                  </a:txBody>
                  <a:tcPr anchor="ctr"/>
                </a:tc>
                <a:extLst>
                  <a:ext uri="{0D108BD9-81ED-4DB2-BD59-A6C34878D82A}">
                    <a16:rowId xmlns:a16="http://schemas.microsoft.com/office/drawing/2014/main" val="3743304738"/>
                  </a:ext>
                </a:extLst>
              </a:tr>
              <a:tr h="1413018">
                <a:tc>
                  <a:txBody>
                    <a:bodyPr/>
                    <a:lstStyle/>
                    <a:p>
                      <a:pPr algn="l" fontAlgn="base"/>
                      <a:r>
                        <a:rPr lang="de-CH" b="0" dirty="0">
                          <a:effectLst/>
                          <a:latin typeface="Arial Black" panose="020B0A04020102020204" pitchFamily="34" charset="0"/>
                        </a:rPr>
                        <a:t>Domain Specificity</a:t>
                      </a:r>
                      <a:endParaRPr lang="de-CH" dirty="0">
                        <a:effectLst/>
                        <a:latin typeface="Arial Black" panose="020B0A04020102020204" pitchFamily="34" charset="0"/>
                      </a:endParaRPr>
                    </a:p>
                  </a:txBody>
                  <a:tcPr anchor="ctr">
                    <a:solidFill>
                      <a:schemeClr val="accent3"/>
                    </a:solidFill>
                  </a:tcPr>
                </a:tc>
                <a:tc>
                  <a:txBody>
                    <a:bodyPr/>
                    <a:lstStyle/>
                    <a:p>
                      <a:pPr algn="l" fontAlgn="base"/>
                      <a:r>
                        <a:rPr lang="en-US">
                          <a:effectLst/>
                        </a:rPr>
                        <a:t>Allows integration of domain-specific knowledge graphs for specialized applications</a:t>
                      </a:r>
                    </a:p>
                  </a:txBody>
                  <a:tcPr anchor="ctr"/>
                </a:tc>
                <a:tc>
                  <a:txBody>
                    <a:bodyPr/>
                    <a:lstStyle/>
                    <a:p>
                      <a:pPr algn="l" fontAlgn="base"/>
                      <a:r>
                        <a:rPr lang="en-US" dirty="0">
                          <a:effectLst/>
                        </a:rPr>
                        <a:t>Relies more on general text corpora</a:t>
                      </a:r>
                    </a:p>
                  </a:txBody>
                  <a:tcPr anchor="ctr"/>
                </a:tc>
                <a:extLst>
                  <a:ext uri="{0D108BD9-81ED-4DB2-BD59-A6C34878D82A}">
                    <a16:rowId xmlns:a16="http://schemas.microsoft.com/office/drawing/2014/main" val="556606115"/>
                  </a:ext>
                </a:extLst>
              </a:tr>
            </a:tbl>
          </a:graphicData>
        </a:graphic>
      </p:graphicFrame>
    </p:spTree>
    <p:extLst>
      <p:ext uri="{BB962C8B-B14F-4D97-AF65-F5344CB8AC3E}">
        <p14:creationId xmlns:p14="http://schemas.microsoft.com/office/powerpoint/2010/main" val="5522089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98DCA46-603B-4178-8707-30E192CE6B8D}"/>
              </a:ext>
            </a:extLst>
          </p:cNvPr>
          <p:cNvSpPr>
            <a:spLocks noGrp="1"/>
          </p:cNvSpPr>
          <p:nvPr>
            <p:ph type="title"/>
          </p:nvPr>
        </p:nvSpPr>
        <p:spPr/>
        <p:txBody>
          <a:bodyPr rtlCol="0"/>
          <a:lstStyle/>
          <a:p>
            <a:pPr rtl="0"/>
            <a:r>
              <a:rPr lang="en-US" altLang="zh-CN" dirty="0" smtClean="0"/>
              <a:t>Q&amp;A</a:t>
            </a:r>
            <a:endParaRPr lang="zh-CN" altLang="en-US" dirty="0"/>
          </a:p>
        </p:txBody>
      </p:sp>
      <p:sp>
        <p:nvSpPr>
          <p:cNvPr id="6" name="内容占位符 5"/>
          <p:cNvSpPr>
            <a:spLocks noGrp="1"/>
          </p:cNvSpPr>
          <p:nvPr>
            <p:ph idx="1"/>
          </p:nvPr>
        </p:nvSpPr>
        <p:spPr/>
        <p:txBody>
          <a:bodyPr/>
          <a:lstStyle/>
          <a:p>
            <a:endParaRPr lang="zh-CN" altLang="en-US"/>
          </a:p>
        </p:txBody>
      </p:sp>
      <p:sp>
        <p:nvSpPr>
          <p:cNvPr id="7" name="文本占位符 6"/>
          <p:cNvSpPr>
            <a:spLocks noGrp="1"/>
          </p:cNvSpPr>
          <p:nvPr>
            <p:ph type="body" sz="half" idx="2"/>
          </p:nvPr>
        </p:nvSpPr>
        <p:spPr>
          <a:xfrm>
            <a:off x="1073151" y="3022600"/>
            <a:ext cx="3852810" cy="2838451"/>
          </a:xfrm>
        </p:spPr>
        <p:txBody>
          <a:bodyPr/>
          <a:lstStyle/>
          <a:p>
            <a:r>
              <a:rPr lang="en-US" altLang="zh-CN" dirty="0" smtClean="0"/>
              <a:t>Thank you for your listening</a:t>
            </a:r>
            <a:endParaRPr lang="zh-CN" altLang="en-US" dirty="0"/>
          </a:p>
        </p:txBody>
      </p:sp>
      <p:sp>
        <p:nvSpPr>
          <p:cNvPr id="8" name="文本框 7">
            <a:hlinkClick r:id="rId3"/>
            <a:extLst>
              <a:ext uri="{FF2B5EF4-FFF2-40B4-BE49-F238E27FC236}">
                <a16:creationId xmlns:a16="http://schemas.microsoft.com/office/drawing/2014/main" id="{5FC6C278-4035-446A-A94B-030E792FDDF5}"/>
              </a:ext>
            </a:extLst>
          </p:cNvPr>
          <p:cNvSpPr txBox="1"/>
          <p:nvPr/>
        </p:nvSpPr>
        <p:spPr>
          <a:xfrm flipH="1">
            <a:off x="10644187" y="3736258"/>
            <a:ext cx="699028" cy="1631734"/>
          </a:xfrm>
          <a:prstGeom prst="rect">
            <a:avLst/>
          </a:prstGeom>
          <a:noFill/>
        </p:spPr>
        <p:txBody>
          <a:bodyPr wrap="square" rtlCol="0">
            <a:noAutofit/>
          </a:bodyPr>
          <a:lstStyle/>
          <a:p>
            <a:pPr algn="ctr" rtl="0"/>
            <a:endParaRPr lang="zh-CN" altLang="en-US" sz="6000" u="sng" dirty="0">
              <a:solidFill>
                <a:srgbClr val="0070C0"/>
              </a:solidFill>
              <a:latin typeface="Microsoft YaHei UI" panose="020B0503020204020204" pitchFamily="34" charset="-122"/>
              <a:ea typeface="Microsoft YaHei UI" panose="020B0503020204020204" pitchFamily="34" charset="-122"/>
            </a:endParaRPr>
          </a:p>
        </p:txBody>
      </p:sp>
      <p:pic>
        <p:nvPicPr>
          <p:cNvPr id="2" name="图片 1"/>
          <p:cNvPicPr>
            <a:picLocks noChangeAspect="1"/>
          </p:cNvPicPr>
          <p:nvPr/>
        </p:nvPicPr>
        <p:blipFill>
          <a:blip r:embed="rId4"/>
          <a:stretch>
            <a:fillRect/>
          </a:stretch>
        </p:blipFill>
        <p:spPr>
          <a:xfrm>
            <a:off x="5322269" y="1074046"/>
            <a:ext cx="5796580" cy="4159046"/>
          </a:xfrm>
          <a:prstGeom prst="rect">
            <a:avLst/>
          </a:prstGeom>
        </p:spPr>
      </p:pic>
    </p:spTree>
    <p:extLst>
      <p:ext uri="{BB962C8B-B14F-4D97-AF65-F5344CB8AC3E}">
        <p14:creationId xmlns:p14="http://schemas.microsoft.com/office/powerpoint/2010/main" val="239459820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引用">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Office_30478148_TF45182065" id="{647473A1-784E-402F-8E8B-9170A9C1F5B8}" vid="{E4A52015-07E3-4B2A-A1CA-47F3466F73B4}"/>
    </a:ext>
  </a:extLst>
</a:theme>
</file>

<file path=ppt/theme/theme2.xml><?xml version="1.0" encoding="utf-8"?>
<a:theme xmlns:a="http://schemas.openxmlformats.org/drawingml/2006/main" name="Office 主题">
  <a:themeElements>
    <a:clrScheme name="Rosario">
      <a:dk1>
        <a:sysClr val="windowText" lastClr="000000"/>
      </a:dk1>
      <a:lt1>
        <a:sysClr val="window" lastClr="FFFFFF"/>
      </a:lt1>
      <a:dk2>
        <a:srgbClr val="060606"/>
      </a:dk2>
      <a:lt2>
        <a:srgbClr val="C7C9D1"/>
      </a:lt2>
      <a:accent1>
        <a:srgbClr val="D24726"/>
      </a:accent1>
      <a:accent2>
        <a:srgbClr val="9F361D"/>
      </a:accent2>
      <a:accent3>
        <a:srgbClr val="F2F2F2"/>
      </a:accent3>
      <a:accent4>
        <a:srgbClr val="FFC000"/>
      </a:accent4>
      <a:accent5>
        <a:srgbClr val="A5A5A5"/>
      </a:accent5>
      <a:accent6>
        <a:srgbClr val="595959"/>
      </a:accent6>
      <a:hlink>
        <a:srgbClr val="FFC000"/>
      </a:hlink>
      <a:folHlink>
        <a:srgbClr val="752715"/>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6465728_TF16411222.potx" id="{A4D9A44C-D7E9-4D2B-AF96-ACB297CE7254}" vid="{2DAD95BC-E4B6-43D9-8EBD-087DC4390827}"/>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1DE3E1-BE43-4468-8986-14BA0CF36A3F}">
  <ds:schemaRefs>
    <ds:schemaRef ds:uri="http://schemas.microsoft.com/office/2006/metadata/propertie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purl.org/dc/terms/"/>
    <ds:schemaRef ds:uri="http://www.w3.org/XML/1998/namespace"/>
    <ds:schemaRef ds:uri="fb0879af-3eba-417a-a55a-ffe6dcd6ca77"/>
    <ds:schemaRef ds:uri="http://purl.org/dc/elements/1.1/"/>
    <ds:schemaRef ds:uri="6dc4bcd6-49db-4c07-9060-8acfc67cef9f"/>
    <ds:schemaRef ds:uri="http://schemas.microsoft.com/sharepoint/v3"/>
  </ds:schemaRefs>
</ds:datastoreItem>
</file>

<file path=customXml/itemProps2.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3.xml><?xml version="1.0" encoding="utf-8"?>
<ds:datastoreItem xmlns:ds="http://schemas.openxmlformats.org/officeDocument/2006/customXml" ds:itemID="{E58C4112-5095-4F1B-BBD1-26FC52CA7D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有说服力的演讲大纲 </Template>
  <TotalTime>0</TotalTime>
  <Words>2769</Words>
  <Application>Microsoft Office PowerPoint</Application>
  <PresentationFormat>宽屏</PresentationFormat>
  <Paragraphs>240</Paragraphs>
  <Slides>17</Slides>
  <Notes>16</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17</vt:i4>
      </vt:variant>
    </vt:vector>
  </HeadingPairs>
  <TitlesOfParts>
    <vt:vector size="30" baseType="lpstr">
      <vt:lpstr>Microsoft YaHei UI</vt:lpstr>
      <vt:lpstr>宋体</vt:lpstr>
      <vt:lpstr>Arial</vt:lpstr>
      <vt:lpstr>Arial Black</vt:lpstr>
      <vt:lpstr>Century Gothic</vt:lpstr>
      <vt:lpstr>Segoe UI</vt:lpstr>
      <vt:lpstr>Segoe UI Semibold</vt:lpstr>
      <vt:lpstr>Tahoma</vt:lpstr>
      <vt:lpstr>Times New Roman</vt:lpstr>
      <vt:lpstr>Wingdings</vt:lpstr>
      <vt:lpstr>Wingdings 2</vt:lpstr>
      <vt:lpstr>引用</vt:lpstr>
      <vt:lpstr>Office 主题</vt:lpstr>
      <vt:lpstr>Unleashing the Power of Local RAG Systems for Education Institutes in the Digital Era</vt:lpstr>
      <vt:lpstr>Presenter Introduction</vt:lpstr>
      <vt:lpstr>Embracing the digital education era and seizing opportunities through innovative means</vt:lpstr>
      <vt:lpstr>Outline</vt:lpstr>
      <vt:lpstr>Introduction</vt:lpstr>
      <vt:lpstr>Background</vt:lpstr>
      <vt:lpstr>Literature review</vt:lpstr>
      <vt:lpstr>Local Deployment of RAG Systems and Personalized Learning</vt:lpstr>
      <vt:lpstr>How RAG Enhances Personalized Learning</vt:lpstr>
      <vt:lpstr>Advantages and Architecture of Locally Deployed RAG Systems</vt:lpstr>
      <vt:lpstr>What is the Infrastructure need for local deployment RAG？</vt:lpstr>
      <vt:lpstr>Infrastructure Needs for Local Deployment of RAG </vt:lpstr>
      <vt:lpstr>Teaching Case </vt:lpstr>
      <vt:lpstr>Future outlook and opportunities </vt:lpstr>
      <vt:lpstr>Future outlook and opportunities </vt:lpstr>
      <vt:lpstr>PowerPoint 演示文稿</vt:lpstr>
      <vt:lpstr>Q&amp;A</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2024-09-18T08:34:48Z</dcterms:created>
  <dcterms:modified xsi:type="dcterms:W3CDTF">2024-10-20T05:13:26Z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