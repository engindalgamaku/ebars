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51"/>
  </p:notesMasterIdLst>
  <p:handoutMasterIdLst>
    <p:handoutMasterId r:id="rId52"/>
  </p:handout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Lst>
  <p:sldSz cx="12192000" cy="6858000"/>
  <p:notesSz cx="6858000" cy="9144000"/>
  <p:defaultTextStyle>
    <a:defPPr rtl="0">
      <a:defRPr lang="tr-t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rsayılan Bölüm" id="{8C5512A4-B15E-4A45-9F32-03C356C45150}">
          <p14:sldIdLst>
            <p14:sldId id="25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7"/>
            <p14:sldId id="308"/>
            <p14:sldId id="309"/>
            <p14:sldId id="310"/>
            <p14:sldId id="311"/>
            <p14:sldId id="312"/>
            <p14:sldId id="313"/>
            <p14:sldId id="314"/>
            <p14:sldId id="315"/>
            <p14:sldId id="316"/>
            <p14:sldId id="317"/>
            <p14:sldId id="318"/>
            <p14:sldId id="319"/>
            <p14:sldId id="320"/>
            <p14:sldId id="321"/>
            <p14:sldId id="322"/>
            <p14:sldId id="32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2932" autoAdjust="0"/>
  </p:normalViewPr>
  <p:slideViewPr>
    <p:cSldViewPr snapToGrid="0">
      <p:cViewPr varScale="1">
        <p:scale>
          <a:sx n="70" d="100"/>
          <a:sy n="70" d="100"/>
        </p:scale>
        <p:origin x="738" y="6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07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9" Type="http://schemas.openxmlformats.org/officeDocument/2006/relationships/slide" Target="slides/slide35.xml" /><Relationship Id="rId21" Type="http://schemas.openxmlformats.org/officeDocument/2006/relationships/slide" Target="slides/slide17.xml" /><Relationship Id="rId34" Type="http://schemas.openxmlformats.org/officeDocument/2006/relationships/slide" Target="slides/slide30.xml" /><Relationship Id="rId42" Type="http://schemas.openxmlformats.org/officeDocument/2006/relationships/slide" Target="slides/slide38.xml" /><Relationship Id="rId47" Type="http://schemas.openxmlformats.org/officeDocument/2006/relationships/slide" Target="slides/slide43.xml" /><Relationship Id="rId50" Type="http://schemas.openxmlformats.org/officeDocument/2006/relationships/slide" Target="slides/slide46.xml" /><Relationship Id="rId55" Type="http://schemas.openxmlformats.org/officeDocument/2006/relationships/theme" Target="theme/theme1.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slide" Target="slides/slide34.xml" /><Relationship Id="rId46" Type="http://schemas.openxmlformats.org/officeDocument/2006/relationships/slide" Target="slides/slide42.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slide" Target="slides/slide25.xml" /><Relationship Id="rId41" Type="http://schemas.openxmlformats.org/officeDocument/2006/relationships/slide" Target="slides/slide37.xml" /><Relationship Id="rId54" Type="http://schemas.openxmlformats.org/officeDocument/2006/relationships/viewProps" Target="viewProp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slide" Target="slides/slide33.xml" /><Relationship Id="rId40" Type="http://schemas.openxmlformats.org/officeDocument/2006/relationships/slide" Target="slides/slide36.xml" /><Relationship Id="rId45" Type="http://schemas.openxmlformats.org/officeDocument/2006/relationships/slide" Target="slides/slide41.xml" /><Relationship Id="rId53" Type="http://schemas.openxmlformats.org/officeDocument/2006/relationships/presProps" Target="presProps.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slide" Target="slides/slide32.xml" /><Relationship Id="rId49" Type="http://schemas.openxmlformats.org/officeDocument/2006/relationships/slide" Target="slides/slide45.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4" Type="http://schemas.openxmlformats.org/officeDocument/2006/relationships/slide" Target="slides/slide40.xml" /><Relationship Id="rId52" Type="http://schemas.openxmlformats.org/officeDocument/2006/relationships/handoutMaster" Target="handoutMasters/handoutMaster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slide" Target="slides/slide31.xml" /><Relationship Id="rId43" Type="http://schemas.openxmlformats.org/officeDocument/2006/relationships/slide" Target="slides/slide39.xml" /><Relationship Id="rId48" Type="http://schemas.openxmlformats.org/officeDocument/2006/relationships/slide" Target="slides/slide44.xml" /><Relationship Id="rId56" Type="http://schemas.openxmlformats.org/officeDocument/2006/relationships/tableStyles" Target="tableStyles.xml" /><Relationship Id="rId8" Type="http://schemas.openxmlformats.org/officeDocument/2006/relationships/slide" Target="slides/slide4.xml" /><Relationship Id="rId51" Type="http://schemas.openxmlformats.org/officeDocument/2006/relationships/notesMaster" Target="notesMasters/notesMaster1.xml" /><Relationship Id="rId3" Type="http://schemas.openxmlformats.org/officeDocument/2006/relationships/customXml" Target="../customXml/item3.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AD0F65C-58C1-4A0C-9A70-9D6397237E0B}" type="datetime1">
              <a:rPr lang="tr-TR" smtClean="0"/>
              <a:t>26.09.2025</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B53ADFC-ABB8-401A-BB24-33FDAFEDCEBD}" type="slidenum">
              <a:rPr lang="tr-TR" smtClean="0"/>
              <a:t>‹#›</a:t>
            </a:fld>
            <a:endParaRPr lang="tr-TR" dirty="0"/>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5A1C90E-4B38-48D9-9ADB-1EEED4C580D5}" type="datetime1">
              <a:rPr lang="tr-TR" noProof="0" smtClean="0"/>
              <a:t>26.09.2025</a:t>
            </a:fld>
            <a:endParaRPr lang="tr-TR" noProof="0"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725628-3A68-42F4-BA86-981817953149}" type="slidenum">
              <a:rPr lang="tr-TR" noProof="0" smtClean="0"/>
              <a:t>‹#›</a:t>
            </a:fld>
            <a:endParaRPr lang="tr-TR" noProof="0"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4B725628-3A68-42F4-BA86-981817953149}" type="slidenum">
              <a:rPr lang="tr-TR" smtClean="0"/>
              <a:t>1</a:t>
            </a:fld>
            <a:endParaRPr lang="tr-TR" dirty="0"/>
          </a:p>
        </p:txBody>
      </p:sp>
    </p:spTree>
    <p:extLst>
      <p:ext uri="{BB962C8B-B14F-4D97-AF65-F5344CB8AC3E}">
        <p14:creationId xmlns:p14="http://schemas.microsoft.com/office/powerpoint/2010/main" val="3859257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4B725628-3A68-42F4-BA86-981817953149}" type="slidenum">
              <a:rPr lang="tr-TR" smtClean="0"/>
              <a:t>2</a:t>
            </a:fld>
            <a:endParaRPr lang="tr-TR" dirty="0"/>
          </a:p>
        </p:txBody>
      </p:sp>
    </p:spTree>
    <p:extLst>
      <p:ext uri="{BB962C8B-B14F-4D97-AF65-F5344CB8AC3E}">
        <p14:creationId xmlns:p14="http://schemas.microsoft.com/office/powerpoint/2010/main" val="3959845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0" name="Dikdörtgen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ctrTitle"/>
          </p:nvPr>
        </p:nvSpPr>
        <p:spPr>
          <a:xfrm>
            <a:off x="457200" y="4960137"/>
            <a:ext cx="7772400" cy="1463040"/>
          </a:xfrm>
        </p:spPr>
        <p:txBody>
          <a:bodyPr rtlCol="0" anchor="ctr">
            <a:normAutofit/>
          </a:bodyPr>
          <a:lstStyle>
            <a:lvl1pPr algn="r">
              <a:defRPr sz="5000" spc="200" baseline="0"/>
            </a:lvl1pPr>
          </a:lstStyle>
          <a:p>
            <a:pPr rtl="0"/>
            <a:r>
              <a:rPr lang="tr-TR" noProof="0"/>
              <a:t>Asıl başlık stilini düzenlemek için tıklayın</a:t>
            </a:r>
            <a:endParaRPr lang="tr-TR" noProof="0" dirty="0"/>
          </a:p>
        </p:txBody>
      </p:sp>
      <p:sp>
        <p:nvSpPr>
          <p:cNvPr id="3" name="Alt Başlık 2"/>
          <p:cNvSpPr>
            <a:spLocks noGrp="1"/>
          </p:cNvSpPr>
          <p:nvPr>
            <p:ph type="subTitle" idx="1"/>
          </p:nvPr>
        </p:nvSpPr>
        <p:spPr>
          <a:xfrm>
            <a:off x="8610600" y="4960137"/>
            <a:ext cx="3200400" cy="1463040"/>
          </a:xfrm>
        </p:spPr>
        <p:txBody>
          <a:bodyPr lIns="91440" rIns="91440" rtlCol="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tr-TR" noProof="0"/>
              <a:t>Asıl alt başlık stilini düzenlemek için tıklayın</a:t>
            </a:r>
            <a:endParaRPr lang="tr-TR" noProof="0" dirty="0"/>
          </a:p>
        </p:txBody>
      </p:sp>
      <p:sp>
        <p:nvSpPr>
          <p:cNvPr id="4" name="Tarih Yer Tutucusu 3"/>
          <p:cNvSpPr>
            <a:spLocks noGrp="1"/>
          </p:cNvSpPr>
          <p:nvPr>
            <p:ph type="dt" sz="half" idx="10"/>
          </p:nvPr>
        </p:nvSpPr>
        <p:spPr/>
        <p:txBody>
          <a:bodyPr rtlCol="0"/>
          <a:lstStyle>
            <a:lvl1pPr algn="l">
              <a:defRPr/>
            </a:lvl1pPr>
          </a:lstStyle>
          <a:p>
            <a:pPr rtl="0"/>
            <a:fld id="{98DA42E9-8AC5-494B-9B81-48B259A718E2}" type="datetime1">
              <a:rPr lang="tr-TR" noProof="0" smtClean="0"/>
              <a:t>26.09.2025</a:t>
            </a:fld>
            <a:endParaRPr lang="tr-TR" noProof="0"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cxnSp>
        <p:nvCxnSpPr>
          <p:cNvPr id="8" name="Düz Bağlayıcı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stilini düzenlemek için tıklayın</a:t>
            </a:r>
            <a:endParaRPr lang="tr-TR" noProof="0" dirty="0"/>
          </a:p>
        </p:txBody>
      </p:sp>
      <p:sp>
        <p:nvSpPr>
          <p:cNvPr id="3" name="İçerik Yer Tutucusu 2"/>
          <p:cNvSpPr>
            <a:spLocks noGrp="1"/>
          </p:cNvSpPr>
          <p:nvPr>
            <p:ph idx="1"/>
          </p:nvPr>
        </p:nvSpPr>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p>
            <a:pPr rtl="0"/>
            <a:fld id="{F8E75D30-A2CB-4E9E-B8F1-7F7F646B827E}" type="datetime1">
              <a:rPr lang="tr-TR" noProof="0" smtClean="0"/>
              <a:t>26.09.2025</a:t>
            </a:fld>
            <a:endParaRPr lang="tr-TR" noProof="0"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Başlığı">
    <p:spTree>
      <p:nvGrpSpPr>
        <p:cNvPr id="1" name=""/>
        <p:cNvGrpSpPr/>
        <p:nvPr/>
      </p:nvGrpSpPr>
      <p:grpSpPr>
        <a:xfrm>
          <a:off x="0" y="0"/>
          <a:ext cx="0" cy="0"/>
          <a:chOff x="0" y="0"/>
          <a:chExt cx="0" cy="0"/>
        </a:xfrm>
      </p:grpSpPr>
      <p:sp>
        <p:nvSpPr>
          <p:cNvPr id="9" name="Dikdörtgen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a:xfrm>
            <a:off x="457200" y="4960137"/>
            <a:ext cx="7772400" cy="1463040"/>
          </a:xfrm>
        </p:spPr>
        <p:txBody>
          <a:bodyPr rtlCol="0" anchor="ctr">
            <a:normAutofit/>
          </a:bodyPr>
          <a:lstStyle>
            <a:lvl1pPr algn="r">
              <a:defRPr sz="5000" b="0" spc="200" baseline="0"/>
            </a:lvl1pPr>
          </a:lstStyle>
          <a:p>
            <a:pPr rtl="0"/>
            <a:r>
              <a:rPr lang="tr-TR" noProof="0"/>
              <a:t>Asıl başlık stilini düzenlemek için tıklayın</a:t>
            </a:r>
            <a:endParaRPr lang="tr-TR" noProof="0" dirty="0"/>
          </a:p>
        </p:txBody>
      </p:sp>
      <p:sp>
        <p:nvSpPr>
          <p:cNvPr id="3" name="Metin Yer Tutucusu 2"/>
          <p:cNvSpPr>
            <a:spLocks noGrp="1"/>
          </p:cNvSpPr>
          <p:nvPr>
            <p:ph type="body" idx="1"/>
          </p:nvPr>
        </p:nvSpPr>
        <p:spPr>
          <a:xfrm>
            <a:off x="8610600" y="4960137"/>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tr-TR" noProof="0"/>
              <a:t>Asıl metin stillerini düzenlemek için tıklayın</a:t>
            </a:r>
          </a:p>
        </p:txBody>
      </p:sp>
      <p:sp>
        <p:nvSpPr>
          <p:cNvPr id="4" name="Tarih Yer Tutucusu 3"/>
          <p:cNvSpPr>
            <a:spLocks noGrp="1"/>
          </p:cNvSpPr>
          <p:nvPr>
            <p:ph type="dt" sz="half" idx="10"/>
          </p:nvPr>
        </p:nvSpPr>
        <p:spPr/>
        <p:txBody>
          <a:bodyPr rtlCol="0"/>
          <a:lstStyle/>
          <a:p>
            <a:pPr rtl="0"/>
            <a:fld id="{9C8503C7-0366-4312-9865-F1F5C415C5D5}" type="datetime1">
              <a:rPr lang="tr-TR" noProof="0" smtClean="0"/>
              <a:t>26.09.2025</a:t>
            </a:fld>
            <a:endParaRPr lang="tr-TR" noProof="0"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cxnSp>
        <p:nvCxnSpPr>
          <p:cNvPr id="8" name="Düz Bağlayıcı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a:xfrm>
            <a:off x="1024128" y="585216"/>
            <a:ext cx="9720072" cy="1499616"/>
          </a:xfrm>
        </p:spPr>
        <p:txBody>
          <a:bodyPr rtlCol="0"/>
          <a:lstStyle/>
          <a:p>
            <a:pPr rtl="0"/>
            <a:r>
              <a:rPr lang="tr-TR" noProof="0"/>
              <a:t>Asıl başlık stilini düzenlemek için tıklayın</a:t>
            </a:r>
            <a:endParaRPr lang="tr-TR" noProof="0" dirty="0"/>
          </a:p>
        </p:txBody>
      </p:sp>
      <p:sp>
        <p:nvSpPr>
          <p:cNvPr id="3" name="İçerik Yer Tutucusu 2"/>
          <p:cNvSpPr>
            <a:spLocks noGrp="1"/>
          </p:cNvSpPr>
          <p:nvPr>
            <p:ph sz="half" idx="1"/>
          </p:nvPr>
        </p:nvSpPr>
        <p:spPr>
          <a:xfrm>
            <a:off x="1024127" y="2286000"/>
            <a:ext cx="4754880" cy="4023360"/>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İçerik Yer Tutucusu 3"/>
          <p:cNvSpPr>
            <a:spLocks noGrp="1"/>
          </p:cNvSpPr>
          <p:nvPr>
            <p:ph sz="half" idx="2"/>
          </p:nvPr>
        </p:nvSpPr>
        <p:spPr>
          <a:xfrm>
            <a:off x="5989320" y="2286000"/>
            <a:ext cx="4754880" cy="4023360"/>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5" name="Tarih Yer Tutucusu 4"/>
          <p:cNvSpPr>
            <a:spLocks noGrp="1"/>
          </p:cNvSpPr>
          <p:nvPr>
            <p:ph type="dt" sz="half" idx="10"/>
          </p:nvPr>
        </p:nvSpPr>
        <p:spPr/>
        <p:txBody>
          <a:bodyPr rtlCol="0"/>
          <a:lstStyle/>
          <a:p>
            <a:pPr rtl="0"/>
            <a:fld id="{994E29BD-453F-4E5B-BD83-B3707D4BB540}" type="datetime1">
              <a:rPr lang="tr-TR" noProof="0" smtClean="0"/>
              <a:t>26.09.2025</a:t>
            </a:fld>
            <a:endParaRPr lang="tr-TR" noProof="0"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Başlık 9"/>
          <p:cNvSpPr>
            <a:spLocks noGrp="1"/>
          </p:cNvSpPr>
          <p:nvPr>
            <p:ph type="title"/>
          </p:nvPr>
        </p:nvSpPr>
        <p:spPr/>
        <p:txBody>
          <a:bodyPr rtlCol="0"/>
          <a:lstStyle/>
          <a:p>
            <a:pPr rtl="0"/>
            <a:r>
              <a:rPr lang="tr-TR" noProof="0"/>
              <a:t>Asıl başlık stilini düzenlemek için tıklayın</a:t>
            </a:r>
            <a:endParaRPr lang="tr-TR" noProof="0" dirty="0"/>
          </a:p>
        </p:txBody>
      </p:sp>
      <p:sp>
        <p:nvSpPr>
          <p:cNvPr id="3" name="Metin Yer Tutucusu 2"/>
          <p:cNvSpPr>
            <a:spLocks noGrp="1"/>
          </p:cNvSpPr>
          <p:nvPr>
            <p:ph type="body" idx="1"/>
          </p:nvPr>
        </p:nvSpPr>
        <p:spPr>
          <a:xfrm>
            <a:off x="1024128" y="2179636"/>
            <a:ext cx="4754880" cy="822960"/>
          </a:xfrm>
        </p:spPr>
        <p:txBody>
          <a:bodyPr lIns="137160" rIns="137160" rtlCol="0" anchor="ctr">
            <a:normAutofit/>
          </a:bodyPr>
          <a:lstStyle>
            <a:lvl1pPr marL="0" indent="0">
              <a:spcBef>
                <a:spcPts val="0"/>
              </a:spcBef>
              <a:spcAft>
                <a:spcPts val="0"/>
              </a:spcAft>
              <a:buNone/>
              <a:defRPr sz="2300" b="0" cap="none" baseline="0">
                <a:solidFill>
                  <a:schemeClr val="accent1"/>
                </a:solidFill>
                <a:latin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4" name="İçerik Yer Tutucusu 3"/>
          <p:cNvSpPr>
            <a:spLocks noGrp="1"/>
          </p:cNvSpPr>
          <p:nvPr>
            <p:ph sz="half" idx="2"/>
          </p:nvPr>
        </p:nvSpPr>
        <p:spPr>
          <a:xfrm>
            <a:off x="1024128" y="2967788"/>
            <a:ext cx="4754880" cy="3341572"/>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5" name="Metin Yer Tutucusu 4"/>
          <p:cNvSpPr>
            <a:spLocks noGrp="1"/>
          </p:cNvSpPr>
          <p:nvPr>
            <p:ph type="body" sz="quarter" idx="3"/>
          </p:nvPr>
        </p:nvSpPr>
        <p:spPr>
          <a:xfrm>
            <a:off x="5990888" y="2179636"/>
            <a:ext cx="4754880" cy="822960"/>
          </a:xfrm>
        </p:spPr>
        <p:txBody>
          <a:bodyPr lIns="137160" rIns="137160" rtlCol="0" anchor="ctr">
            <a:normAutofit/>
          </a:bodyPr>
          <a:lstStyle>
            <a:lvl1pPr marL="0" indent="0">
              <a:spcBef>
                <a:spcPts val="0"/>
              </a:spcBef>
              <a:spcAft>
                <a:spcPts val="0"/>
              </a:spcAft>
              <a:buNone/>
              <a:defRPr lang="en-US" sz="2300" b="0" kern="1200" cap="none" baseline="0" dirty="0">
                <a:solidFill>
                  <a:schemeClr val="accent1"/>
                </a:solidFill>
                <a:latin typeface="Calibri" panose="020F0502020204030204"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tr-TR" noProof="0"/>
              <a:t>Asıl metin stillerini düzenlemek için tıklayın</a:t>
            </a:r>
          </a:p>
        </p:txBody>
      </p:sp>
      <p:sp>
        <p:nvSpPr>
          <p:cNvPr id="6" name="İçerik Yer Tutucusu 5"/>
          <p:cNvSpPr>
            <a:spLocks noGrp="1"/>
          </p:cNvSpPr>
          <p:nvPr>
            <p:ph sz="quarter" idx="4"/>
          </p:nvPr>
        </p:nvSpPr>
        <p:spPr>
          <a:xfrm>
            <a:off x="5990888" y="2967788"/>
            <a:ext cx="4754880" cy="3341572"/>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7" name="Tarih Yer Tutucusu 6"/>
          <p:cNvSpPr>
            <a:spLocks noGrp="1"/>
          </p:cNvSpPr>
          <p:nvPr>
            <p:ph type="dt" sz="half" idx="10"/>
          </p:nvPr>
        </p:nvSpPr>
        <p:spPr/>
        <p:txBody>
          <a:bodyPr rtlCol="0"/>
          <a:lstStyle/>
          <a:p>
            <a:pPr rtl="0"/>
            <a:fld id="{70644985-CE54-4AF4-9C9C-801F0B8CD3E8}" type="datetime1">
              <a:rPr lang="tr-TR" noProof="0" smtClean="0"/>
              <a:t>26.09.2025</a:t>
            </a:fld>
            <a:endParaRPr lang="tr-TR" noProof="0" dirty="0"/>
          </a:p>
        </p:txBody>
      </p:sp>
      <p:sp>
        <p:nvSpPr>
          <p:cNvPr id="8" name="Alt Bilgi Yer Tutucusu 7"/>
          <p:cNvSpPr>
            <a:spLocks noGrp="1"/>
          </p:cNvSpPr>
          <p:nvPr>
            <p:ph type="ftr" sz="quarter" idx="11"/>
          </p:nvPr>
        </p:nvSpPr>
        <p:spPr/>
        <p:txBody>
          <a:bodyPr rtlCol="0"/>
          <a:lstStyle/>
          <a:p>
            <a:pPr rtl="0"/>
            <a:endParaRPr lang="tr-TR" noProof="0" dirty="0"/>
          </a:p>
        </p:txBody>
      </p:sp>
      <p:sp>
        <p:nvSpPr>
          <p:cNvPr id="9" name="Slayt Numarası Yer Tutucusu 8"/>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stilini düzenlemek için tıklayın</a:t>
            </a:r>
            <a:endParaRPr lang="tr-TR" noProof="0" dirty="0"/>
          </a:p>
        </p:txBody>
      </p:sp>
      <p:sp>
        <p:nvSpPr>
          <p:cNvPr id="3" name="Tarih Yer Tutucusu 2"/>
          <p:cNvSpPr>
            <a:spLocks noGrp="1"/>
          </p:cNvSpPr>
          <p:nvPr>
            <p:ph type="dt" sz="half" idx="10"/>
          </p:nvPr>
        </p:nvSpPr>
        <p:spPr/>
        <p:txBody>
          <a:bodyPr rtlCol="0"/>
          <a:lstStyle/>
          <a:p>
            <a:pPr rtl="0"/>
            <a:fld id="{80D33A27-D69E-47F0-868D-6CB18AD33318}" type="datetime1">
              <a:rPr lang="tr-TR" noProof="0" smtClean="0"/>
              <a:t>26.09.2025</a:t>
            </a:fld>
            <a:endParaRPr lang="tr-TR" noProof="0" dirty="0"/>
          </a:p>
        </p:txBody>
      </p:sp>
      <p:sp>
        <p:nvSpPr>
          <p:cNvPr id="4" name="Alt Bilgi Yer Tutucusu 3"/>
          <p:cNvSpPr>
            <a:spLocks noGrp="1"/>
          </p:cNvSpPr>
          <p:nvPr>
            <p:ph type="ftr" sz="quarter" idx="11"/>
          </p:nvPr>
        </p:nvSpPr>
        <p:spPr/>
        <p:txBody>
          <a:bodyPr rtlCol="0"/>
          <a:lstStyle/>
          <a:p>
            <a:pPr rtl="0"/>
            <a:endParaRPr lang="tr-TR" noProof="0" dirty="0"/>
          </a:p>
        </p:txBody>
      </p:sp>
      <p:sp>
        <p:nvSpPr>
          <p:cNvPr id="5" name="Slayt Numarası Yer Tutucusu 4"/>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Tarih Yer Tutucusu 1"/>
          <p:cNvSpPr>
            <a:spLocks noGrp="1"/>
          </p:cNvSpPr>
          <p:nvPr>
            <p:ph type="dt" sz="half" idx="10"/>
          </p:nvPr>
        </p:nvSpPr>
        <p:spPr/>
        <p:txBody>
          <a:bodyPr rtlCol="0"/>
          <a:lstStyle/>
          <a:p>
            <a:pPr rtl="0"/>
            <a:fld id="{351FBC9D-59D2-4339-976D-FD603253275B}" type="datetime1">
              <a:rPr lang="tr-TR" noProof="0" smtClean="0"/>
              <a:t>26.09.2025</a:t>
            </a:fld>
            <a:endParaRPr lang="tr-TR" noProof="0" dirty="0"/>
          </a:p>
        </p:txBody>
      </p:sp>
      <p:sp>
        <p:nvSpPr>
          <p:cNvPr id="3" name="Alt Bilgi Yer Tutucusu 2"/>
          <p:cNvSpPr>
            <a:spLocks noGrp="1"/>
          </p:cNvSpPr>
          <p:nvPr>
            <p:ph type="ftr" sz="quarter" idx="11"/>
          </p:nvPr>
        </p:nvSpPr>
        <p:spPr/>
        <p:txBody>
          <a:bodyPr rtlCol="0"/>
          <a:lstStyle/>
          <a:p>
            <a:pPr rtl="0"/>
            <a:endParaRPr lang="tr-TR" noProof="0" dirty="0"/>
          </a:p>
        </p:txBody>
      </p:sp>
      <p:sp>
        <p:nvSpPr>
          <p:cNvPr id="4" name="Slayt Numarası Yer Tutucusu 3"/>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8" name="Başlık 7"/>
          <p:cNvSpPr>
            <a:spLocks noGrp="1"/>
          </p:cNvSpPr>
          <p:nvPr>
            <p:ph type="title"/>
          </p:nvPr>
        </p:nvSpPr>
        <p:spPr>
          <a:xfrm>
            <a:off x="1024128" y="471509"/>
            <a:ext cx="4389120" cy="1737360"/>
          </a:xfrm>
        </p:spPr>
        <p:txBody>
          <a:bodyPr rtlCol="0">
            <a:noAutofit/>
          </a:bodyPr>
          <a:lstStyle>
            <a:lvl1pPr>
              <a:lnSpc>
                <a:spcPct val="80000"/>
              </a:lnSpc>
              <a:defRPr sz="4000"/>
            </a:lvl1pPr>
          </a:lstStyle>
          <a:p>
            <a:pPr rtl="0"/>
            <a:r>
              <a:rPr lang="tr-TR" noProof="0"/>
              <a:t>Asıl başlık stilini düzenlemek için tıklayın</a:t>
            </a:r>
            <a:endParaRPr lang="tr-TR" noProof="0" dirty="0"/>
          </a:p>
        </p:txBody>
      </p:sp>
      <p:sp>
        <p:nvSpPr>
          <p:cNvPr id="3" name="İçerik Yer Tutucusu 2"/>
          <p:cNvSpPr>
            <a:spLocks noGrp="1"/>
          </p:cNvSpPr>
          <p:nvPr>
            <p:ph idx="1"/>
          </p:nvPr>
        </p:nvSpPr>
        <p:spPr>
          <a:xfrm>
            <a:off x="5715000" y="822960"/>
            <a:ext cx="5678424" cy="5184648"/>
          </a:xfrm>
        </p:spPr>
        <p:txBody>
          <a:bodyPr rtlCol="0"/>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Metin Yer Tutucusu 3"/>
          <p:cNvSpPr>
            <a:spLocks noGrp="1"/>
          </p:cNvSpPr>
          <p:nvPr>
            <p:ph type="body" sz="half" idx="2"/>
          </p:nvPr>
        </p:nvSpPr>
        <p:spPr>
          <a:xfrm>
            <a:off x="1024128" y="2257506"/>
            <a:ext cx="4389120" cy="3762294"/>
          </a:xfrm>
        </p:spPr>
        <p:txBody>
          <a:bodyPr lIns="91440" rIns="91440" rtlCol="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tr-TR" noProof="0"/>
              <a:t>Asıl metin stillerini düzenlemek için tıklayın</a:t>
            </a:r>
          </a:p>
        </p:txBody>
      </p:sp>
      <p:sp>
        <p:nvSpPr>
          <p:cNvPr id="5" name="Tarih Yer Tutucusu 4"/>
          <p:cNvSpPr>
            <a:spLocks noGrp="1"/>
          </p:cNvSpPr>
          <p:nvPr>
            <p:ph type="dt" sz="half" idx="10"/>
          </p:nvPr>
        </p:nvSpPr>
        <p:spPr/>
        <p:txBody>
          <a:bodyPr rtlCol="0"/>
          <a:lstStyle/>
          <a:p>
            <a:pPr rtl="0"/>
            <a:fld id="{41AA5F42-14ED-4A61-BB34-730D94D62CEE}" type="datetime1">
              <a:rPr lang="tr-TR" noProof="0" smtClean="0"/>
              <a:t>26.09.2025</a:t>
            </a:fld>
            <a:endParaRPr lang="tr-TR" noProof="0"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457200" y="4960138"/>
            <a:ext cx="7772400" cy="1463040"/>
          </a:xfrm>
        </p:spPr>
        <p:txBody>
          <a:bodyPr rtlCol="0" anchor="ctr">
            <a:normAutofit/>
          </a:bodyPr>
          <a:lstStyle>
            <a:lvl1pPr algn="r">
              <a:defRPr sz="5000" spc="200" baseline="0"/>
            </a:lvl1pPr>
          </a:lstStyle>
          <a:p>
            <a:pPr rtl="0"/>
            <a:r>
              <a:rPr lang="tr-TR" noProof="0"/>
              <a:t>Asıl başlık stilini düzenlemek için tıklayın</a:t>
            </a:r>
            <a:endParaRPr lang="tr-TR" noProof="0" dirty="0"/>
          </a:p>
        </p:txBody>
      </p:sp>
      <p:sp>
        <p:nvSpPr>
          <p:cNvPr id="3" name="Resim Yer Tutucusu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tr-TR" noProof="0"/>
              <a:t>Resim eklemek için simgeye tıklayın</a:t>
            </a:r>
            <a:endParaRPr lang="tr-TR" noProof="0" dirty="0"/>
          </a:p>
        </p:txBody>
      </p:sp>
      <p:sp>
        <p:nvSpPr>
          <p:cNvPr id="4" name="Metin Yer Tutucusu 3"/>
          <p:cNvSpPr>
            <a:spLocks noGrp="1"/>
          </p:cNvSpPr>
          <p:nvPr>
            <p:ph type="body" sz="half" idx="2"/>
          </p:nvPr>
        </p:nvSpPr>
        <p:spPr>
          <a:xfrm>
            <a:off x="8610600" y="4960138"/>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5" name="Tarih Yer Tutucusu 4"/>
          <p:cNvSpPr>
            <a:spLocks noGrp="1"/>
          </p:cNvSpPr>
          <p:nvPr>
            <p:ph type="dt" sz="half" idx="10"/>
          </p:nvPr>
        </p:nvSpPr>
        <p:spPr/>
        <p:txBody>
          <a:bodyPr rtlCol="0"/>
          <a:lstStyle/>
          <a:p>
            <a:pPr rtl="0"/>
            <a:fld id="{00EC1C2E-42BF-4A4A-AA0A-C5009833FAE9}" type="datetime1">
              <a:rPr lang="tr-TR" noProof="0" smtClean="0"/>
              <a:t>26.09.2025</a:t>
            </a:fld>
            <a:endParaRPr lang="tr-TR" noProof="0"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867E5644-1E61-4311-A31E-84CB9C7AA8A9}" type="slidenum">
              <a:rPr lang="tr-TR" noProof="0" smtClean="0"/>
              <a:t>‹#›</a:t>
            </a:fld>
            <a:endParaRPr lang="tr-TR" noProof="0" dirty="0"/>
          </a:p>
        </p:txBody>
      </p:sp>
      <p:cxnSp>
        <p:nvCxnSpPr>
          <p:cNvPr id="8" name="Düz Bağlayıcı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stilini düzenlemek için tıklayın</a:t>
            </a:r>
            <a:endParaRPr lang="tr-TR" noProof="0" dirty="0"/>
          </a:p>
        </p:txBody>
      </p:sp>
      <p:sp>
        <p:nvSpPr>
          <p:cNvPr id="3" name="Dikey Metin Yer Tutucusu 2"/>
          <p:cNvSpPr>
            <a:spLocks noGrp="1"/>
          </p:cNvSpPr>
          <p:nvPr>
            <p:ph type="body" orient="vert" idx="1"/>
          </p:nvPr>
        </p:nvSpPr>
        <p:spPr/>
        <p:txBody>
          <a:bodyPr vert="eaVert"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p>
            <a:pPr rtl="0"/>
            <a:fld id="{358DD160-7AC4-4988-897E-E9C29ED6ADFC}" type="datetime1">
              <a:rPr lang="tr-TR" noProof="0" smtClean="0"/>
              <a:t>26.09.2025</a:t>
            </a:fld>
            <a:endParaRPr lang="tr-TR" noProof="0"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1" y="762000"/>
            <a:ext cx="2628900" cy="5410200"/>
          </a:xfrm>
        </p:spPr>
        <p:txBody>
          <a:bodyPr vert="eaVert" lIns="45720" tIns="91440" rIns="45720" bIns="91440" rtlCol="0"/>
          <a:lstStyle/>
          <a:p>
            <a:pPr rtl="0"/>
            <a:r>
              <a:rPr lang="tr-TR" noProof="0"/>
              <a:t>Asıl başlık stilini düzenlemek için tıklayın</a:t>
            </a:r>
            <a:endParaRPr lang="tr-TR" noProof="0" dirty="0"/>
          </a:p>
        </p:txBody>
      </p:sp>
      <p:sp>
        <p:nvSpPr>
          <p:cNvPr id="3" name="Dikey Metin Yer Tutucusu 2"/>
          <p:cNvSpPr>
            <a:spLocks noGrp="1"/>
          </p:cNvSpPr>
          <p:nvPr>
            <p:ph type="body" orient="vert" idx="1"/>
          </p:nvPr>
        </p:nvSpPr>
        <p:spPr>
          <a:xfrm>
            <a:off x="990601" y="762000"/>
            <a:ext cx="7581900" cy="5410200"/>
          </a:xfrm>
        </p:spPr>
        <p:txBody>
          <a:bodyPr vert="eaVert"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p>
            <a:pPr rtl="0"/>
            <a:fld id="{2DD9ED58-0017-4E56-AA8B-8FF1ED00E3D8}" type="datetime1">
              <a:rPr lang="tr-TR" noProof="0" smtClean="0"/>
              <a:t>26.09.2025</a:t>
            </a:fld>
            <a:endParaRPr lang="tr-TR" noProof="0"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4FAB73BC-B049-4115-A692-8D63A059BFB8}" type="slidenum">
              <a:rPr lang="tr-TR" noProof="0" smtClean="0"/>
              <a:t>‹#›</a:t>
            </a:fld>
            <a:endParaRPr lang="tr-TR" noProof="0" dirty="0"/>
          </a:p>
        </p:txBody>
      </p:sp>
      <p:cxnSp>
        <p:nvCxnSpPr>
          <p:cNvPr id="7" name="Düz Bağlayıcı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pPr rtl="0"/>
            <a:r>
              <a:rPr lang="tr-TR" noProof="0" dirty="0"/>
              <a:t>Asıl başlık stilini düzenlemek için tıklayın</a:t>
            </a:r>
          </a:p>
        </p:txBody>
      </p:sp>
      <p:sp>
        <p:nvSpPr>
          <p:cNvPr id="3" name="Metin Yer Tutucusu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4" name="Tarih Yer Tutucusu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Calibri" panose="020F0502020204030204" pitchFamily="34" charset="0"/>
              </a:defRPr>
            </a:lvl1pPr>
          </a:lstStyle>
          <a:p>
            <a:fld id="{E8E66F11-C330-4681-8E04-970B39CAB261}" type="datetime1">
              <a:rPr lang="tr-TR" noProof="0" smtClean="0"/>
              <a:t>26.09.2025</a:t>
            </a:fld>
            <a:endParaRPr lang="tr-TR" noProof="0" dirty="0"/>
          </a:p>
        </p:txBody>
      </p:sp>
      <p:sp>
        <p:nvSpPr>
          <p:cNvPr id="5" name="Alt Bilgi Yer Tutucusu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Calibri" panose="020F0502020204030204" pitchFamily="34" charset="0"/>
              </a:defRPr>
            </a:lvl1pPr>
          </a:lstStyle>
          <a:p>
            <a:endParaRPr lang="tr-TR" noProof="0" dirty="0"/>
          </a:p>
        </p:txBody>
      </p:sp>
      <p:sp>
        <p:nvSpPr>
          <p:cNvPr id="6" name="Slayt Numarası Yer Tutucusu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Calibri" panose="020F0502020204030204" pitchFamily="34" charset="0"/>
              </a:defRPr>
            </a:lvl1pPr>
          </a:lstStyle>
          <a:p>
            <a:fld id="{4FAB73BC-B049-4115-A692-8D63A059BFB8}" type="slidenum">
              <a:rPr lang="tr-TR" noProof="0" smtClean="0"/>
              <a:pPr/>
              <a:t>‹#›</a:t>
            </a:fld>
            <a:endParaRPr lang="tr-TR" noProof="0" dirty="0"/>
          </a:p>
        </p:txBody>
      </p:sp>
      <p:cxnSp>
        <p:nvCxnSpPr>
          <p:cNvPr id="7" name="Düz Bağlayıcı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Calibri" panose="020F050202020403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Calibri" panose="020F050202020403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Calibri" panose="020F050202020403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Calibri" panose="020F050202020403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image" Target="../media/image19.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25.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27.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29.pn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30.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31.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image" Target="../media/image33.png" /><Relationship Id="rId2" Type="http://schemas.openxmlformats.org/officeDocument/2006/relationships/image" Target="../media/image32.png" /><Relationship Id="rId1" Type="http://schemas.openxmlformats.org/officeDocument/2006/relationships/slideLayout" Target="../slideLayouts/slideLayout2.xml" /><Relationship Id="rId5" Type="http://schemas.openxmlformats.org/officeDocument/2006/relationships/image" Target="../media/image35.png" /><Relationship Id="rId4" Type="http://schemas.openxmlformats.org/officeDocument/2006/relationships/image" Target="../media/image34.png" /></Relationships>
</file>

<file path=ppt/slides/_rels/slide30.xml.rels><?xml version="1.0" encoding="UTF-8" standalone="yes"?>
<Relationships xmlns="http://schemas.openxmlformats.org/package/2006/relationships"><Relationship Id="rId2" Type="http://schemas.openxmlformats.org/officeDocument/2006/relationships/image" Target="../media/image36.pn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37.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38.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39.pn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image" Target="../media/image40.png" /><Relationship Id="rId1" Type="http://schemas.openxmlformats.org/officeDocument/2006/relationships/slideLayout" Target="../slideLayouts/slideLayout2.xml" /><Relationship Id="rId4" Type="http://schemas.openxmlformats.org/officeDocument/2006/relationships/image" Target="../media/image42.png" /></Relationships>
</file>

<file path=ppt/slides/_rels/slide39.xml.rels><?xml version="1.0" encoding="UTF-8" standalone="yes"?>
<Relationships xmlns="http://schemas.openxmlformats.org/package/2006/relationships"><Relationship Id="rId3" Type="http://schemas.openxmlformats.org/officeDocument/2006/relationships/image" Target="../media/image44.png" /><Relationship Id="rId2" Type="http://schemas.openxmlformats.org/officeDocument/2006/relationships/image" Target="../media/image43.pn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3" Type="http://schemas.openxmlformats.org/officeDocument/2006/relationships/image" Target="../media/image46.png" /><Relationship Id="rId2" Type="http://schemas.openxmlformats.org/officeDocument/2006/relationships/image" Target="../media/image45.pn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3" Type="http://schemas.openxmlformats.org/officeDocument/2006/relationships/image" Target="../media/image48.png" /><Relationship Id="rId2" Type="http://schemas.openxmlformats.org/officeDocument/2006/relationships/image" Target="../media/image47.png"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3" Type="http://schemas.openxmlformats.org/officeDocument/2006/relationships/image" Target="../media/image50.png" /><Relationship Id="rId2" Type="http://schemas.openxmlformats.org/officeDocument/2006/relationships/image" Target="../media/image49.pn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3" Type="http://schemas.openxmlformats.org/officeDocument/2006/relationships/image" Target="../media/image52.png" /><Relationship Id="rId2" Type="http://schemas.openxmlformats.org/officeDocument/2006/relationships/image" Target="../media/image51.png" /><Relationship Id="rId1" Type="http://schemas.openxmlformats.org/officeDocument/2006/relationships/slideLayout" Target="../slideLayouts/slideLayout2.xml" /><Relationship Id="rId4" Type="http://schemas.openxmlformats.org/officeDocument/2006/relationships/image" Target="../media/image53.png" /></Relationships>
</file>

<file path=ppt/slides/_rels/slide44.xml.rels><?xml version="1.0" encoding="UTF-8" standalone="yes"?>
<Relationships xmlns="http://schemas.openxmlformats.org/package/2006/relationships"><Relationship Id="rId3" Type="http://schemas.openxmlformats.org/officeDocument/2006/relationships/image" Target="../media/image55.png" /><Relationship Id="rId2" Type="http://schemas.openxmlformats.org/officeDocument/2006/relationships/image" Target="../media/image54.png" /><Relationship Id="rId1" Type="http://schemas.openxmlformats.org/officeDocument/2006/relationships/slideLayout" Target="../slideLayouts/slideLayout2.xml" /><Relationship Id="rId4" Type="http://schemas.openxmlformats.org/officeDocument/2006/relationships/image" Target="../media/image56.png" /></Relationships>
</file>

<file path=ppt/slides/_rels/slide45.xml.rels><?xml version="1.0" encoding="UTF-8" standalone="yes"?>
<Relationships xmlns="http://schemas.openxmlformats.org/package/2006/relationships"><Relationship Id="rId3" Type="http://schemas.openxmlformats.org/officeDocument/2006/relationships/image" Target="../media/image58.png" /><Relationship Id="rId2" Type="http://schemas.openxmlformats.org/officeDocument/2006/relationships/image" Target="../media/image57.png" /><Relationship Id="rId1" Type="http://schemas.openxmlformats.org/officeDocument/2006/relationships/slideLayout" Target="../slideLayouts/slideLayout2.xml" /><Relationship Id="rId5" Type="http://schemas.openxmlformats.org/officeDocument/2006/relationships/image" Target="../media/image60.png" /><Relationship Id="rId4" Type="http://schemas.openxmlformats.org/officeDocument/2006/relationships/image" Target="../media/image59.png" /></Relationships>
</file>

<file path=ppt/slides/_rels/slide46.xml.rels><?xml version="1.0" encoding="UTF-8" standalone="yes"?>
<Relationships xmlns="http://schemas.openxmlformats.org/package/2006/relationships"><Relationship Id="rId8" Type="http://schemas.openxmlformats.org/officeDocument/2006/relationships/image" Target="../media/image67.png" /><Relationship Id="rId3" Type="http://schemas.openxmlformats.org/officeDocument/2006/relationships/image" Target="../media/image62.png" /><Relationship Id="rId7" Type="http://schemas.openxmlformats.org/officeDocument/2006/relationships/image" Target="../media/image66.png" /><Relationship Id="rId2" Type="http://schemas.openxmlformats.org/officeDocument/2006/relationships/image" Target="../media/image61.png" /><Relationship Id="rId1" Type="http://schemas.openxmlformats.org/officeDocument/2006/relationships/slideLayout" Target="../slideLayouts/slideLayout2.xml" /><Relationship Id="rId6" Type="http://schemas.openxmlformats.org/officeDocument/2006/relationships/image" Target="../media/image65.png" /><Relationship Id="rId11" Type="http://schemas.openxmlformats.org/officeDocument/2006/relationships/image" Target="../media/image70.png" /><Relationship Id="rId5" Type="http://schemas.openxmlformats.org/officeDocument/2006/relationships/image" Target="../media/image64.png" /><Relationship Id="rId10" Type="http://schemas.openxmlformats.org/officeDocument/2006/relationships/image" Target="../media/image69.png" /><Relationship Id="rId4" Type="http://schemas.openxmlformats.org/officeDocument/2006/relationships/image" Target="../media/image63.png" /><Relationship Id="rId9" Type="http://schemas.openxmlformats.org/officeDocument/2006/relationships/image" Target="../media/image68.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Dikdörtgen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dirty="0">
              <a:latin typeface="Calibri" panose="020F0502020204030204" pitchFamily="34" charset="0"/>
            </a:endParaRPr>
          </a:p>
        </p:txBody>
      </p:sp>
      <p:pic>
        <p:nvPicPr>
          <p:cNvPr id="5" name="Resim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Dikdörtgen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tr-TR" dirty="0">
              <a:latin typeface="Calibri" panose="020F0502020204030204" pitchFamily="34" charset="0"/>
            </a:endParaRPr>
          </a:p>
        </p:txBody>
      </p:sp>
      <p:sp>
        <p:nvSpPr>
          <p:cNvPr id="2" name="Başlık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rtlCol="0" anchor="b">
            <a:normAutofit/>
          </a:bodyPr>
          <a:lstStyle/>
          <a:p>
            <a:pPr algn="l"/>
            <a:r>
              <a:rPr lang="tr-TR" dirty="0">
                <a:solidFill>
                  <a:srgbClr val="FFFFFF"/>
                </a:solidFill>
              </a:rPr>
              <a:t>Yapay Zeka Nedir?</a:t>
            </a:r>
          </a:p>
        </p:txBody>
      </p:sp>
      <p:sp>
        <p:nvSpPr>
          <p:cNvPr id="3" name="Alt Başlık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rtlCol="0" anchor="t">
            <a:normAutofit/>
          </a:bodyPr>
          <a:lstStyle/>
          <a:p>
            <a:pPr rtl="0"/>
            <a:endParaRPr lang="tr-TR" dirty="0">
              <a:solidFill>
                <a:srgbClr val="FFFFFF"/>
              </a:solidFill>
            </a:endParaRPr>
          </a:p>
        </p:txBody>
      </p:sp>
      <p:cxnSp>
        <p:nvCxnSpPr>
          <p:cNvPr id="23" name="Düz Bağlayıcı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İçerik Yer Tutucusu 12">
            <a:extLst>
              <a:ext uri="{FF2B5EF4-FFF2-40B4-BE49-F238E27FC236}">
                <a16:creationId xmlns:a16="http://schemas.microsoft.com/office/drawing/2014/main" id="{99FECBBC-64AB-893C-2D7C-C8E7A33DDFA6}"/>
              </a:ext>
            </a:extLst>
          </p:cNvPr>
          <p:cNvPicPr>
            <a:picLocks noGrp="1" noChangeAspect="1"/>
          </p:cNvPicPr>
          <p:nvPr>
            <p:ph idx="1"/>
          </p:nvPr>
        </p:nvPicPr>
        <p:blipFill>
          <a:blip r:embed="rId3"/>
          <a:stretch>
            <a:fillRect/>
          </a:stretch>
        </p:blipFill>
        <p:spPr>
          <a:xfrm>
            <a:off x="1088571" y="449943"/>
            <a:ext cx="9942286" cy="5181600"/>
          </a:xfrm>
          <a:prstGeom prst="rect">
            <a:avLst/>
          </a:prstGeom>
        </p:spPr>
      </p:pic>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Resim 8">
            <a:extLst>
              <a:ext uri="{FF2B5EF4-FFF2-40B4-BE49-F238E27FC236}">
                <a16:creationId xmlns:a16="http://schemas.microsoft.com/office/drawing/2014/main" id="{18714C18-D59E-C95D-4AFF-88AB017E96FF}"/>
              </a:ext>
            </a:extLst>
          </p:cNvPr>
          <p:cNvPicPr>
            <a:picLocks noChangeAspect="1"/>
          </p:cNvPicPr>
          <p:nvPr/>
        </p:nvPicPr>
        <p:blipFill>
          <a:blip r:embed="rId2">
            <a:alphaModFix amt="35000"/>
          </a:blip>
          <a:stretch>
            <a:fillRect/>
          </a:stretch>
        </p:blipFill>
        <p:spPr>
          <a:xfrm>
            <a:off x="600964" y="1000517"/>
            <a:ext cx="10355072" cy="5857483"/>
          </a:xfrm>
          <a:prstGeom prst="rect">
            <a:avLst/>
          </a:prstGeom>
        </p:spPr>
      </p:pic>
      <p:sp>
        <p:nvSpPr>
          <p:cNvPr id="2" name="Başlık 1">
            <a:extLst>
              <a:ext uri="{FF2B5EF4-FFF2-40B4-BE49-F238E27FC236}">
                <a16:creationId xmlns:a16="http://schemas.microsoft.com/office/drawing/2014/main" id="{DB5B21D8-D18C-B79B-1954-F3D4E10E32EF}"/>
              </a:ext>
            </a:extLst>
          </p:cNvPr>
          <p:cNvSpPr>
            <a:spLocks noGrp="1"/>
          </p:cNvSpPr>
          <p:nvPr>
            <p:ph type="title"/>
          </p:nvPr>
        </p:nvSpPr>
        <p:spPr>
          <a:xfrm>
            <a:off x="1024128" y="585216"/>
            <a:ext cx="9720072" cy="866213"/>
          </a:xfrm>
        </p:spPr>
        <p:txBody>
          <a:bodyPr>
            <a:normAutofit fontScale="90000"/>
          </a:bodyPr>
          <a:lstStyle/>
          <a:p>
            <a:r>
              <a:rPr lang="tr-TR" dirty="0"/>
              <a:t>Yapay </a:t>
            </a:r>
            <a:r>
              <a:rPr lang="tr-TR" dirty="0" err="1"/>
              <a:t>Zeka’nın</a:t>
            </a:r>
            <a:r>
              <a:rPr lang="tr-TR" dirty="0"/>
              <a:t> Tarihçesi</a:t>
            </a:r>
            <a:br>
              <a:rPr lang="tr-TR" dirty="0"/>
            </a:br>
            <a:endParaRPr lang="tr-TR" dirty="0"/>
          </a:p>
        </p:txBody>
      </p:sp>
      <p:sp>
        <p:nvSpPr>
          <p:cNvPr id="7" name="İçerik Yer Tutucusu 6">
            <a:extLst>
              <a:ext uri="{FF2B5EF4-FFF2-40B4-BE49-F238E27FC236}">
                <a16:creationId xmlns:a16="http://schemas.microsoft.com/office/drawing/2014/main" id="{E38F9162-182A-D80A-ACDC-5D57D083D025}"/>
              </a:ext>
            </a:extLst>
          </p:cNvPr>
          <p:cNvSpPr>
            <a:spLocks noGrp="1"/>
          </p:cNvSpPr>
          <p:nvPr>
            <p:ph idx="1"/>
          </p:nvPr>
        </p:nvSpPr>
        <p:spPr>
          <a:xfrm>
            <a:off x="1235963" y="1668852"/>
            <a:ext cx="9720073" cy="4023360"/>
          </a:xfrm>
        </p:spPr>
        <p:txBody>
          <a:bodyPr/>
          <a:lstStyle/>
          <a:p>
            <a:r>
              <a:rPr lang="tr-TR" dirty="0">
                <a:solidFill>
                  <a:srgbClr val="FF0000"/>
                </a:solidFill>
              </a:rPr>
              <a:t>Yapay zekanın babası olarak kabul edilen Alan Turing, makinelerin düşünüp düşünemeyeceğini sorgulayan ünlü Turing Testini geliştirdi</a:t>
            </a:r>
          </a:p>
          <a:p>
            <a:endParaRPr lang="tr-TR" dirty="0">
              <a:solidFill>
                <a:srgbClr val="FF0000"/>
              </a:solidFill>
            </a:endParaRPr>
          </a:p>
          <a:p>
            <a:r>
              <a:rPr lang="tr-TR" dirty="0">
                <a:solidFill>
                  <a:srgbClr val="FF0000"/>
                </a:solidFill>
              </a:rPr>
              <a:t>1950’ler ve 1960’lar:</a:t>
            </a:r>
            <a:r>
              <a:rPr lang="fi-FI" dirty="0">
                <a:solidFill>
                  <a:srgbClr val="FF0000"/>
                </a:solidFill>
              </a:rPr>
              <a:t>insan-makine etkileşiminin ilk örneklerini sunuyordu.</a:t>
            </a:r>
            <a:endParaRPr lang="tr-TR" dirty="0">
              <a:solidFill>
                <a:srgbClr val="FF0000"/>
              </a:solidFill>
            </a:endParaRPr>
          </a:p>
          <a:p>
            <a:r>
              <a:rPr lang="tr-TR" dirty="0">
                <a:solidFill>
                  <a:srgbClr val="FF0000"/>
                </a:solidFill>
              </a:rPr>
              <a:t>1970’ler: temel araştırmalar devam etti.</a:t>
            </a:r>
          </a:p>
          <a:p>
            <a:r>
              <a:rPr lang="tr-TR" dirty="0">
                <a:solidFill>
                  <a:srgbClr val="FF0000"/>
                </a:solidFill>
              </a:rPr>
              <a:t>1980’ler ve 1990’lar, teknolojinin hızla ilerlediği ve bu alana olan ilginin zirve yaptığı bir dönemi temsil eder. makine öğrenimi, daha karmaşık görevleri yerine getirebilir hale geldi</a:t>
            </a:r>
          </a:p>
          <a:p>
            <a:endParaRPr lang="tr-TR" dirty="0">
              <a:solidFill>
                <a:srgbClr val="FF0000"/>
              </a:solidFill>
            </a:endParaRPr>
          </a:p>
          <a:p>
            <a:endParaRPr lang="tr-TR" dirty="0">
              <a:solidFill>
                <a:srgbClr val="FF0000"/>
              </a:solidFill>
            </a:endParaRPr>
          </a:p>
        </p:txBody>
      </p:sp>
    </p:spTree>
    <p:extLst>
      <p:ext uri="{BB962C8B-B14F-4D97-AF65-F5344CB8AC3E}">
        <p14:creationId xmlns:p14="http://schemas.microsoft.com/office/powerpoint/2010/main" val="2937382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46612400-A155-1A3C-9105-6FBCBA23B373}"/>
              </a:ext>
            </a:extLst>
          </p:cNvPr>
          <p:cNvPicPr>
            <a:picLocks noChangeAspect="1"/>
          </p:cNvPicPr>
          <p:nvPr/>
        </p:nvPicPr>
        <p:blipFill>
          <a:blip r:embed="rId2">
            <a:alphaModFix amt="20000"/>
          </a:blip>
          <a:stretch>
            <a:fillRect/>
          </a:stretch>
        </p:blipFill>
        <p:spPr>
          <a:xfrm>
            <a:off x="174172" y="551543"/>
            <a:ext cx="11547753" cy="5995633"/>
          </a:xfrm>
          <a:prstGeom prst="rect">
            <a:avLst/>
          </a:prstGeom>
        </p:spPr>
      </p:pic>
      <p:sp>
        <p:nvSpPr>
          <p:cNvPr id="3" name="İçerik Yer Tutucusu 2">
            <a:extLst>
              <a:ext uri="{FF2B5EF4-FFF2-40B4-BE49-F238E27FC236}">
                <a16:creationId xmlns:a16="http://schemas.microsoft.com/office/drawing/2014/main" id="{DB4D99BC-0A65-E6AA-0983-364B9FF2D815}"/>
              </a:ext>
            </a:extLst>
          </p:cNvPr>
          <p:cNvSpPr>
            <a:spLocks noGrp="1"/>
          </p:cNvSpPr>
          <p:nvPr>
            <p:ph idx="1"/>
          </p:nvPr>
        </p:nvSpPr>
        <p:spPr>
          <a:xfrm>
            <a:off x="937042" y="1545772"/>
            <a:ext cx="9720073" cy="4023360"/>
          </a:xfrm>
        </p:spPr>
        <p:txBody>
          <a:bodyPr/>
          <a:lstStyle/>
          <a:p>
            <a:pPr fontAlgn="base"/>
            <a:r>
              <a:rPr lang="tr-TR" dirty="0">
                <a:solidFill>
                  <a:srgbClr val="FF0000"/>
                </a:solidFill>
              </a:rPr>
              <a:t>2000’ler</a:t>
            </a:r>
            <a:endParaRPr lang="tr-TR" b="1" dirty="0">
              <a:solidFill>
                <a:srgbClr val="FF0000"/>
              </a:solidFill>
            </a:endParaRPr>
          </a:p>
          <a:p>
            <a:pPr marL="0" indent="0" fontAlgn="base">
              <a:buNone/>
            </a:pPr>
            <a:r>
              <a:rPr lang="tr-TR" b="1" dirty="0">
                <a:solidFill>
                  <a:srgbClr val="FF0000"/>
                </a:solidFill>
              </a:rPr>
              <a:t>Derin öğrenme devrimi</a:t>
            </a:r>
            <a:r>
              <a:rPr lang="tr-TR" dirty="0">
                <a:solidFill>
                  <a:srgbClr val="FF0000"/>
                </a:solidFill>
              </a:rPr>
              <a:t>: Görüntü ve ses tanıma, doğal dil işleme ve oyun stratejilerinde derin öğrenme, yapay zekanın çığır açan ilerlemeler kaydetmesini sağladı.</a:t>
            </a:r>
          </a:p>
          <a:p>
            <a:pPr fontAlgn="base"/>
            <a:r>
              <a:rPr lang="tr-TR" b="1" dirty="0">
                <a:solidFill>
                  <a:srgbClr val="FF0000"/>
                </a:solidFill>
              </a:rPr>
              <a:t>Yapay zeka uygulamalarının genişlemesi</a:t>
            </a:r>
            <a:r>
              <a:rPr lang="tr-TR" dirty="0">
                <a:solidFill>
                  <a:srgbClr val="FF0000"/>
                </a:solidFill>
              </a:rPr>
              <a:t>: Yapay zeka, otomasyon, sağlık hizmetleri, eğitim, finans ve daha pek çok alanda kullanılmaya başlandı. Bu genişleme, yapay zekanın günlük yaşamın vazgeçilmez bir parçası haline gelmesine yol açtı.</a:t>
            </a:r>
          </a:p>
          <a:p>
            <a:endParaRPr lang="tr-TR" dirty="0"/>
          </a:p>
        </p:txBody>
      </p:sp>
    </p:spTree>
    <p:extLst>
      <p:ext uri="{BB962C8B-B14F-4D97-AF65-F5344CB8AC3E}">
        <p14:creationId xmlns:p14="http://schemas.microsoft.com/office/powerpoint/2010/main" val="3632499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çerik Yer Tutucusu 6">
            <a:extLst>
              <a:ext uri="{FF2B5EF4-FFF2-40B4-BE49-F238E27FC236}">
                <a16:creationId xmlns:a16="http://schemas.microsoft.com/office/drawing/2014/main" id="{31AC7C57-E311-560A-BFA6-81A186E24468}"/>
              </a:ext>
            </a:extLst>
          </p:cNvPr>
          <p:cNvPicPr>
            <a:picLocks noGrp="1" noChangeAspect="1"/>
          </p:cNvPicPr>
          <p:nvPr>
            <p:ph idx="1"/>
          </p:nvPr>
        </p:nvPicPr>
        <p:blipFill>
          <a:blip r:embed="rId2"/>
          <a:stretch>
            <a:fillRect/>
          </a:stretch>
        </p:blipFill>
        <p:spPr>
          <a:xfrm>
            <a:off x="0" y="0"/>
            <a:ext cx="11785600" cy="6655012"/>
          </a:xfrm>
          <a:prstGeom prst="rect">
            <a:avLst/>
          </a:prstGeom>
        </p:spPr>
      </p:pic>
    </p:spTree>
    <p:extLst>
      <p:ext uri="{BB962C8B-B14F-4D97-AF65-F5344CB8AC3E}">
        <p14:creationId xmlns:p14="http://schemas.microsoft.com/office/powerpoint/2010/main" val="1475508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B992C0D5-E99A-A852-A080-899A6C1DD01F}"/>
              </a:ext>
            </a:extLst>
          </p:cNvPr>
          <p:cNvPicPr>
            <a:picLocks noGrp="1" noChangeAspect="1"/>
          </p:cNvPicPr>
          <p:nvPr>
            <p:ph idx="1"/>
          </p:nvPr>
        </p:nvPicPr>
        <p:blipFill>
          <a:blip r:embed="rId2"/>
          <a:stretch>
            <a:fillRect/>
          </a:stretch>
        </p:blipFill>
        <p:spPr>
          <a:xfrm>
            <a:off x="656094" y="359228"/>
            <a:ext cx="10879811" cy="6139543"/>
          </a:xfrm>
          <a:prstGeom prst="rect">
            <a:avLst/>
          </a:prstGeom>
        </p:spPr>
      </p:pic>
    </p:spTree>
    <p:extLst>
      <p:ext uri="{BB962C8B-B14F-4D97-AF65-F5344CB8AC3E}">
        <p14:creationId xmlns:p14="http://schemas.microsoft.com/office/powerpoint/2010/main" val="114279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C6BABA9-B3BF-326B-B210-D08D2664EFB9}"/>
              </a:ext>
            </a:extLst>
          </p:cNvPr>
          <p:cNvSpPr>
            <a:spLocks noGrp="1"/>
          </p:cNvSpPr>
          <p:nvPr>
            <p:ph idx="1"/>
          </p:nvPr>
        </p:nvSpPr>
        <p:spPr>
          <a:xfrm>
            <a:off x="922528" y="631372"/>
            <a:ext cx="9720073" cy="4023360"/>
          </a:xfrm>
        </p:spPr>
        <p:txBody>
          <a:bodyPr/>
          <a:lstStyle/>
          <a:p>
            <a:r>
              <a:rPr lang="tr-TR" dirty="0"/>
              <a:t>Makine Öğrenimi</a:t>
            </a:r>
          </a:p>
          <a:p>
            <a:endParaRPr lang="tr-TR" dirty="0"/>
          </a:p>
        </p:txBody>
      </p:sp>
      <p:pic>
        <p:nvPicPr>
          <p:cNvPr id="5" name="Resim 4">
            <a:extLst>
              <a:ext uri="{FF2B5EF4-FFF2-40B4-BE49-F238E27FC236}">
                <a16:creationId xmlns:a16="http://schemas.microsoft.com/office/drawing/2014/main" id="{52604951-05D6-41B4-878B-B59D2D982178}"/>
              </a:ext>
            </a:extLst>
          </p:cNvPr>
          <p:cNvPicPr>
            <a:picLocks noChangeAspect="1"/>
          </p:cNvPicPr>
          <p:nvPr/>
        </p:nvPicPr>
        <p:blipFill>
          <a:blip r:embed="rId2"/>
          <a:stretch>
            <a:fillRect/>
          </a:stretch>
        </p:blipFill>
        <p:spPr>
          <a:xfrm>
            <a:off x="613440" y="1485106"/>
            <a:ext cx="10965120" cy="4552836"/>
          </a:xfrm>
          <a:prstGeom prst="rect">
            <a:avLst/>
          </a:prstGeom>
        </p:spPr>
      </p:pic>
    </p:spTree>
    <p:extLst>
      <p:ext uri="{BB962C8B-B14F-4D97-AF65-F5344CB8AC3E}">
        <p14:creationId xmlns:p14="http://schemas.microsoft.com/office/powerpoint/2010/main" val="2592359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B3D4303-5CEF-8622-E3AF-14EBA09FFD4E}"/>
              </a:ext>
            </a:extLst>
          </p:cNvPr>
          <p:cNvSpPr>
            <a:spLocks noGrp="1"/>
          </p:cNvSpPr>
          <p:nvPr>
            <p:ph idx="1"/>
          </p:nvPr>
        </p:nvSpPr>
        <p:spPr>
          <a:xfrm>
            <a:off x="632243" y="388031"/>
            <a:ext cx="9720073" cy="4023360"/>
          </a:xfrm>
        </p:spPr>
        <p:txBody>
          <a:bodyPr/>
          <a:lstStyle/>
          <a:p>
            <a:r>
              <a:rPr lang="tr-TR" dirty="0"/>
              <a:t>Derin Öğrenme</a:t>
            </a:r>
          </a:p>
          <a:p>
            <a:endParaRPr lang="tr-TR" dirty="0"/>
          </a:p>
          <a:p>
            <a:endParaRPr lang="tr-TR" dirty="0"/>
          </a:p>
        </p:txBody>
      </p:sp>
      <p:pic>
        <p:nvPicPr>
          <p:cNvPr id="5" name="Resim 4">
            <a:extLst>
              <a:ext uri="{FF2B5EF4-FFF2-40B4-BE49-F238E27FC236}">
                <a16:creationId xmlns:a16="http://schemas.microsoft.com/office/drawing/2014/main" id="{B10DEAB4-9E9B-0F7F-0A07-5DE67FB1EA90}"/>
              </a:ext>
            </a:extLst>
          </p:cNvPr>
          <p:cNvPicPr>
            <a:picLocks noChangeAspect="1"/>
          </p:cNvPicPr>
          <p:nvPr/>
        </p:nvPicPr>
        <p:blipFill>
          <a:blip r:embed="rId2"/>
          <a:stretch>
            <a:fillRect/>
          </a:stretch>
        </p:blipFill>
        <p:spPr>
          <a:xfrm>
            <a:off x="88747" y="1358786"/>
            <a:ext cx="12014505" cy="4140428"/>
          </a:xfrm>
          <a:prstGeom prst="rect">
            <a:avLst/>
          </a:prstGeom>
        </p:spPr>
      </p:pic>
    </p:spTree>
    <p:extLst>
      <p:ext uri="{BB962C8B-B14F-4D97-AF65-F5344CB8AC3E}">
        <p14:creationId xmlns:p14="http://schemas.microsoft.com/office/powerpoint/2010/main" val="2375699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7C9086E4-9080-C874-DA88-55FC33B9DD9B}"/>
              </a:ext>
            </a:extLst>
          </p:cNvPr>
          <p:cNvPicPr>
            <a:picLocks noGrp="1" noChangeAspect="1"/>
          </p:cNvPicPr>
          <p:nvPr>
            <p:ph idx="1"/>
          </p:nvPr>
        </p:nvPicPr>
        <p:blipFill>
          <a:blip r:embed="rId2"/>
          <a:stretch>
            <a:fillRect/>
          </a:stretch>
        </p:blipFill>
        <p:spPr>
          <a:xfrm>
            <a:off x="107263" y="311376"/>
            <a:ext cx="11977473" cy="6074910"/>
          </a:xfrm>
          <a:prstGeom prst="rect">
            <a:avLst/>
          </a:prstGeom>
        </p:spPr>
      </p:pic>
    </p:spTree>
    <p:extLst>
      <p:ext uri="{BB962C8B-B14F-4D97-AF65-F5344CB8AC3E}">
        <p14:creationId xmlns:p14="http://schemas.microsoft.com/office/powerpoint/2010/main" val="3665751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2D079727-7E7E-F234-8D91-28FFA1754A27}"/>
              </a:ext>
            </a:extLst>
          </p:cNvPr>
          <p:cNvPicPr>
            <a:picLocks noGrp="1" noChangeAspect="1"/>
          </p:cNvPicPr>
          <p:nvPr>
            <p:ph idx="1"/>
          </p:nvPr>
        </p:nvPicPr>
        <p:blipFill>
          <a:blip r:embed="rId2"/>
          <a:stretch>
            <a:fillRect/>
          </a:stretch>
        </p:blipFill>
        <p:spPr>
          <a:xfrm>
            <a:off x="0" y="514577"/>
            <a:ext cx="11754530" cy="6234567"/>
          </a:xfrm>
          <a:prstGeom prst="rect">
            <a:avLst/>
          </a:prstGeom>
        </p:spPr>
      </p:pic>
    </p:spTree>
    <p:extLst>
      <p:ext uri="{BB962C8B-B14F-4D97-AF65-F5344CB8AC3E}">
        <p14:creationId xmlns:p14="http://schemas.microsoft.com/office/powerpoint/2010/main" val="2147429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4A2DB9D8-E5E0-6338-7F3E-9D356C3DC783}"/>
              </a:ext>
            </a:extLst>
          </p:cNvPr>
          <p:cNvPicPr>
            <a:picLocks noGrp="1" noChangeAspect="1"/>
          </p:cNvPicPr>
          <p:nvPr>
            <p:ph idx="1"/>
          </p:nvPr>
        </p:nvPicPr>
        <p:blipFill>
          <a:blip r:embed="rId2"/>
          <a:stretch>
            <a:fillRect/>
          </a:stretch>
        </p:blipFill>
        <p:spPr>
          <a:xfrm>
            <a:off x="311657" y="410369"/>
            <a:ext cx="11251260" cy="6037262"/>
          </a:xfrm>
          <a:prstGeom prst="rect">
            <a:avLst/>
          </a:prstGeom>
        </p:spPr>
      </p:pic>
    </p:spTree>
    <p:extLst>
      <p:ext uri="{BB962C8B-B14F-4D97-AF65-F5344CB8AC3E}">
        <p14:creationId xmlns:p14="http://schemas.microsoft.com/office/powerpoint/2010/main" val="4206173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CCFC26E-5B39-D1BF-E92B-8C8388A07BAF}"/>
              </a:ext>
            </a:extLst>
          </p:cNvPr>
          <p:cNvSpPr>
            <a:spLocks noGrp="1"/>
          </p:cNvSpPr>
          <p:nvPr>
            <p:ph idx="1"/>
          </p:nvPr>
        </p:nvSpPr>
        <p:spPr>
          <a:xfrm>
            <a:off x="443556" y="442686"/>
            <a:ext cx="9720073" cy="4023360"/>
          </a:xfrm>
        </p:spPr>
        <p:txBody>
          <a:bodyPr/>
          <a:lstStyle/>
          <a:p>
            <a:pPr marL="0" indent="0">
              <a:buNone/>
            </a:pPr>
            <a:endParaRPr lang="tr-TR" dirty="0"/>
          </a:p>
          <a:p>
            <a:endParaRPr lang="tr-TR" dirty="0"/>
          </a:p>
        </p:txBody>
      </p:sp>
      <p:pic>
        <p:nvPicPr>
          <p:cNvPr id="5" name="Resim 4">
            <a:extLst>
              <a:ext uri="{FF2B5EF4-FFF2-40B4-BE49-F238E27FC236}">
                <a16:creationId xmlns:a16="http://schemas.microsoft.com/office/drawing/2014/main" id="{3E509EAB-04C3-168C-FB5D-54E1EBCCF2CC}"/>
              </a:ext>
            </a:extLst>
          </p:cNvPr>
          <p:cNvPicPr>
            <a:picLocks noChangeAspect="1"/>
          </p:cNvPicPr>
          <p:nvPr/>
        </p:nvPicPr>
        <p:blipFill>
          <a:blip r:embed="rId2"/>
          <a:stretch>
            <a:fillRect/>
          </a:stretch>
        </p:blipFill>
        <p:spPr>
          <a:xfrm>
            <a:off x="1016906" y="181198"/>
            <a:ext cx="9146721" cy="4096162"/>
          </a:xfrm>
          <a:prstGeom prst="rect">
            <a:avLst/>
          </a:prstGeom>
        </p:spPr>
      </p:pic>
      <p:pic>
        <p:nvPicPr>
          <p:cNvPr id="7" name="Resim 6">
            <a:extLst>
              <a:ext uri="{FF2B5EF4-FFF2-40B4-BE49-F238E27FC236}">
                <a16:creationId xmlns:a16="http://schemas.microsoft.com/office/drawing/2014/main" id="{BBA72CF2-CDF2-EC84-6D0B-07C18F961416}"/>
              </a:ext>
            </a:extLst>
          </p:cNvPr>
          <p:cNvPicPr>
            <a:picLocks noChangeAspect="1"/>
          </p:cNvPicPr>
          <p:nvPr/>
        </p:nvPicPr>
        <p:blipFill>
          <a:blip r:embed="rId3"/>
          <a:stretch>
            <a:fillRect/>
          </a:stretch>
        </p:blipFill>
        <p:spPr>
          <a:xfrm>
            <a:off x="1016906" y="4277360"/>
            <a:ext cx="9146721" cy="2137954"/>
          </a:xfrm>
          <a:prstGeom prst="rect">
            <a:avLst/>
          </a:prstGeom>
        </p:spPr>
      </p:pic>
    </p:spTree>
    <p:extLst>
      <p:ext uri="{BB962C8B-B14F-4D97-AF65-F5344CB8AC3E}">
        <p14:creationId xmlns:p14="http://schemas.microsoft.com/office/powerpoint/2010/main" val="2794347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4A0B10-9B85-0EA7-5191-8C6B15439E18}"/>
              </a:ext>
            </a:extLst>
          </p:cNvPr>
          <p:cNvSpPr>
            <a:spLocks noGrp="1"/>
          </p:cNvSpPr>
          <p:nvPr>
            <p:ph type="title"/>
          </p:nvPr>
        </p:nvSpPr>
        <p:spPr/>
        <p:txBody>
          <a:bodyPr/>
          <a:lstStyle/>
          <a:p>
            <a:r>
              <a:rPr lang="tr-TR" dirty="0"/>
              <a:t>Yapay zeka teknolojileri</a:t>
            </a:r>
          </a:p>
        </p:txBody>
      </p:sp>
      <p:pic>
        <p:nvPicPr>
          <p:cNvPr id="5" name="İçerik Yer Tutucusu 4">
            <a:extLst>
              <a:ext uri="{FF2B5EF4-FFF2-40B4-BE49-F238E27FC236}">
                <a16:creationId xmlns:a16="http://schemas.microsoft.com/office/drawing/2014/main" id="{C1B26B3D-2D25-2087-2481-2FF7FE80B5E7}"/>
              </a:ext>
            </a:extLst>
          </p:cNvPr>
          <p:cNvPicPr>
            <a:picLocks noGrp="1" noChangeAspect="1"/>
          </p:cNvPicPr>
          <p:nvPr>
            <p:ph idx="1"/>
          </p:nvPr>
        </p:nvPicPr>
        <p:blipFill>
          <a:blip r:embed="rId2"/>
          <a:stretch>
            <a:fillRect/>
          </a:stretch>
        </p:blipFill>
        <p:spPr>
          <a:xfrm>
            <a:off x="1024128" y="1735990"/>
            <a:ext cx="9509388" cy="4536794"/>
          </a:xfrm>
          <a:prstGeom prst="rect">
            <a:avLst/>
          </a:prstGeom>
        </p:spPr>
      </p:pic>
    </p:spTree>
    <p:extLst>
      <p:ext uri="{BB962C8B-B14F-4D97-AF65-F5344CB8AC3E}">
        <p14:creationId xmlns:p14="http://schemas.microsoft.com/office/powerpoint/2010/main" val="1168997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872968E0-EC2B-D0BE-2096-BC2139ACCD18}"/>
              </a:ext>
            </a:extLst>
          </p:cNvPr>
          <p:cNvPicPr>
            <a:picLocks noGrp="1" noChangeAspect="1"/>
          </p:cNvPicPr>
          <p:nvPr>
            <p:ph idx="1"/>
          </p:nvPr>
        </p:nvPicPr>
        <p:blipFill>
          <a:blip r:embed="rId2"/>
          <a:stretch>
            <a:fillRect/>
          </a:stretch>
        </p:blipFill>
        <p:spPr>
          <a:xfrm>
            <a:off x="220622" y="1176268"/>
            <a:ext cx="11750756" cy="4719566"/>
          </a:xfrm>
          <a:prstGeom prst="rect">
            <a:avLst/>
          </a:prstGeom>
        </p:spPr>
      </p:pic>
    </p:spTree>
    <p:extLst>
      <p:ext uri="{BB962C8B-B14F-4D97-AF65-F5344CB8AC3E}">
        <p14:creationId xmlns:p14="http://schemas.microsoft.com/office/powerpoint/2010/main" val="144992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çerik Yer Tutucusu 6">
            <a:extLst>
              <a:ext uri="{FF2B5EF4-FFF2-40B4-BE49-F238E27FC236}">
                <a16:creationId xmlns:a16="http://schemas.microsoft.com/office/drawing/2014/main" id="{503912C3-231B-9E75-B7DF-BD093B08FB07}"/>
              </a:ext>
            </a:extLst>
          </p:cNvPr>
          <p:cNvPicPr>
            <a:picLocks noGrp="1" noChangeAspect="1"/>
          </p:cNvPicPr>
          <p:nvPr>
            <p:ph idx="1"/>
          </p:nvPr>
        </p:nvPicPr>
        <p:blipFill>
          <a:blip r:embed="rId2"/>
          <a:stretch>
            <a:fillRect/>
          </a:stretch>
        </p:blipFill>
        <p:spPr>
          <a:xfrm>
            <a:off x="232011" y="253004"/>
            <a:ext cx="11054687" cy="5456891"/>
          </a:xfrm>
          <a:prstGeom prst="rect">
            <a:avLst/>
          </a:prstGeom>
        </p:spPr>
      </p:pic>
    </p:spTree>
    <p:extLst>
      <p:ext uri="{BB962C8B-B14F-4D97-AF65-F5344CB8AC3E}">
        <p14:creationId xmlns:p14="http://schemas.microsoft.com/office/powerpoint/2010/main" val="3309307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D510121E-FAE1-AD79-2285-185D212D384A}"/>
              </a:ext>
            </a:extLst>
          </p:cNvPr>
          <p:cNvPicPr>
            <a:picLocks noGrp="1" noChangeAspect="1"/>
          </p:cNvPicPr>
          <p:nvPr>
            <p:ph idx="1"/>
          </p:nvPr>
        </p:nvPicPr>
        <p:blipFill>
          <a:blip r:embed="rId2"/>
          <a:stretch>
            <a:fillRect/>
          </a:stretch>
        </p:blipFill>
        <p:spPr>
          <a:xfrm>
            <a:off x="418606" y="388723"/>
            <a:ext cx="11373060" cy="5772589"/>
          </a:xfrm>
          <a:prstGeom prst="rect">
            <a:avLst/>
          </a:prstGeom>
        </p:spPr>
      </p:pic>
    </p:spTree>
    <p:extLst>
      <p:ext uri="{BB962C8B-B14F-4D97-AF65-F5344CB8AC3E}">
        <p14:creationId xmlns:p14="http://schemas.microsoft.com/office/powerpoint/2010/main" val="580313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3AB280B-D412-2471-B497-DC7DC2E37FD9}"/>
              </a:ext>
            </a:extLst>
          </p:cNvPr>
          <p:cNvSpPr>
            <a:spLocks noGrp="1"/>
          </p:cNvSpPr>
          <p:nvPr>
            <p:ph type="title"/>
          </p:nvPr>
        </p:nvSpPr>
        <p:spPr/>
        <p:txBody>
          <a:bodyPr/>
          <a:lstStyle/>
          <a:p>
            <a:r>
              <a:rPr lang="tr-TR" dirty="0"/>
              <a:t>Yapay zeka </a:t>
            </a:r>
          </a:p>
        </p:txBody>
      </p:sp>
      <p:pic>
        <p:nvPicPr>
          <p:cNvPr id="7" name="İçerik Yer Tutucusu 6">
            <a:extLst>
              <a:ext uri="{FF2B5EF4-FFF2-40B4-BE49-F238E27FC236}">
                <a16:creationId xmlns:a16="http://schemas.microsoft.com/office/drawing/2014/main" id="{ABE81563-3BD1-2CB6-29E3-2F51FC293809}"/>
              </a:ext>
            </a:extLst>
          </p:cNvPr>
          <p:cNvPicPr>
            <a:picLocks noGrp="1" noChangeAspect="1"/>
          </p:cNvPicPr>
          <p:nvPr>
            <p:ph idx="1"/>
          </p:nvPr>
        </p:nvPicPr>
        <p:blipFill>
          <a:blip r:embed="rId2"/>
          <a:stretch>
            <a:fillRect/>
          </a:stretch>
        </p:blipFill>
        <p:spPr>
          <a:xfrm>
            <a:off x="668739" y="1937458"/>
            <a:ext cx="10249469" cy="4637824"/>
          </a:xfrm>
          <a:prstGeom prst="rect">
            <a:avLst/>
          </a:prstGeom>
        </p:spPr>
      </p:pic>
      <p:pic>
        <p:nvPicPr>
          <p:cNvPr id="5" name="Resim 4">
            <a:extLst>
              <a:ext uri="{FF2B5EF4-FFF2-40B4-BE49-F238E27FC236}">
                <a16:creationId xmlns:a16="http://schemas.microsoft.com/office/drawing/2014/main" id="{296D9B87-9B39-78C5-A5A1-64584B006106}"/>
              </a:ext>
            </a:extLst>
          </p:cNvPr>
          <p:cNvPicPr>
            <a:picLocks noChangeAspect="1"/>
          </p:cNvPicPr>
          <p:nvPr/>
        </p:nvPicPr>
        <p:blipFill>
          <a:blip r:embed="rId3"/>
          <a:stretch>
            <a:fillRect/>
          </a:stretch>
        </p:blipFill>
        <p:spPr>
          <a:xfrm>
            <a:off x="4495800" y="896874"/>
            <a:ext cx="6248400" cy="876300"/>
          </a:xfrm>
          <a:prstGeom prst="rect">
            <a:avLst/>
          </a:prstGeom>
        </p:spPr>
      </p:pic>
    </p:spTree>
    <p:extLst>
      <p:ext uri="{BB962C8B-B14F-4D97-AF65-F5344CB8AC3E}">
        <p14:creationId xmlns:p14="http://schemas.microsoft.com/office/powerpoint/2010/main" val="1985309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BBFB90DD-8511-1A3F-DAB4-530410064C04}"/>
              </a:ext>
            </a:extLst>
          </p:cNvPr>
          <p:cNvPicPr>
            <a:picLocks noGrp="1" noChangeAspect="1"/>
          </p:cNvPicPr>
          <p:nvPr>
            <p:ph idx="1"/>
          </p:nvPr>
        </p:nvPicPr>
        <p:blipFill>
          <a:blip r:embed="rId2"/>
          <a:stretch>
            <a:fillRect/>
          </a:stretch>
        </p:blipFill>
        <p:spPr>
          <a:xfrm>
            <a:off x="282054" y="822278"/>
            <a:ext cx="11627892" cy="4640238"/>
          </a:xfrm>
          <a:prstGeom prst="rect">
            <a:avLst/>
          </a:prstGeom>
        </p:spPr>
      </p:pic>
    </p:spTree>
    <p:extLst>
      <p:ext uri="{BB962C8B-B14F-4D97-AF65-F5344CB8AC3E}">
        <p14:creationId xmlns:p14="http://schemas.microsoft.com/office/powerpoint/2010/main" val="1139878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C775E628-E98E-E77B-6699-DC4D5832F1E7}"/>
              </a:ext>
            </a:extLst>
          </p:cNvPr>
          <p:cNvPicPr>
            <a:picLocks noGrp="1" noChangeAspect="1"/>
          </p:cNvPicPr>
          <p:nvPr>
            <p:ph idx="1"/>
          </p:nvPr>
        </p:nvPicPr>
        <p:blipFill>
          <a:blip r:embed="rId2"/>
          <a:stretch>
            <a:fillRect/>
          </a:stretch>
        </p:blipFill>
        <p:spPr>
          <a:xfrm>
            <a:off x="402011" y="602693"/>
            <a:ext cx="11582947" cy="4788172"/>
          </a:xfrm>
          <a:prstGeom prst="rect">
            <a:avLst/>
          </a:prstGeom>
        </p:spPr>
      </p:pic>
    </p:spTree>
    <p:extLst>
      <p:ext uri="{BB962C8B-B14F-4D97-AF65-F5344CB8AC3E}">
        <p14:creationId xmlns:p14="http://schemas.microsoft.com/office/powerpoint/2010/main" val="706321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4B27EAAE-1DF7-72A6-7DBA-1FE7C9567F29}"/>
              </a:ext>
            </a:extLst>
          </p:cNvPr>
          <p:cNvPicPr>
            <a:picLocks noGrp="1" noChangeAspect="1"/>
          </p:cNvPicPr>
          <p:nvPr>
            <p:ph idx="1"/>
          </p:nvPr>
        </p:nvPicPr>
        <p:blipFill>
          <a:blip r:embed="rId2"/>
          <a:stretch>
            <a:fillRect/>
          </a:stretch>
        </p:blipFill>
        <p:spPr>
          <a:xfrm>
            <a:off x="126167" y="562235"/>
            <a:ext cx="11999125" cy="4883221"/>
          </a:xfrm>
          <a:prstGeom prst="rect">
            <a:avLst/>
          </a:prstGeom>
        </p:spPr>
      </p:pic>
    </p:spTree>
    <p:extLst>
      <p:ext uri="{BB962C8B-B14F-4D97-AF65-F5344CB8AC3E}">
        <p14:creationId xmlns:p14="http://schemas.microsoft.com/office/powerpoint/2010/main" val="625899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E674F8AC-9931-58CA-995E-55528281A7D2}"/>
              </a:ext>
            </a:extLst>
          </p:cNvPr>
          <p:cNvPicPr>
            <a:picLocks noGrp="1" noChangeAspect="1"/>
          </p:cNvPicPr>
          <p:nvPr>
            <p:ph idx="1"/>
          </p:nvPr>
        </p:nvPicPr>
        <p:blipFill>
          <a:blip r:embed="rId2"/>
          <a:stretch>
            <a:fillRect/>
          </a:stretch>
        </p:blipFill>
        <p:spPr>
          <a:xfrm>
            <a:off x="0" y="280158"/>
            <a:ext cx="11491415" cy="6019284"/>
          </a:xfrm>
          <a:prstGeom prst="rect">
            <a:avLst/>
          </a:prstGeom>
        </p:spPr>
      </p:pic>
    </p:spTree>
    <p:extLst>
      <p:ext uri="{BB962C8B-B14F-4D97-AF65-F5344CB8AC3E}">
        <p14:creationId xmlns:p14="http://schemas.microsoft.com/office/powerpoint/2010/main" val="605410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DF41A3F8-54F3-C7B9-4F7B-D821DA1BC6AE}"/>
              </a:ext>
            </a:extLst>
          </p:cNvPr>
          <p:cNvPicPr>
            <a:picLocks noGrp="1" noChangeAspect="1"/>
          </p:cNvPicPr>
          <p:nvPr>
            <p:ph idx="1"/>
          </p:nvPr>
        </p:nvPicPr>
        <p:blipFill>
          <a:blip r:embed="rId2"/>
          <a:stretch>
            <a:fillRect/>
          </a:stretch>
        </p:blipFill>
        <p:spPr>
          <a:xfrm>
            <a:off x="232012" y="661369"/>
            <a:ext cx="11381701" cy="5712135"/>
          </a:xfrm>
          <a:prstGeom prst="rect">
            <a:avLst/>
          </a:prstGeom>
        </p:spPr>
      </p:pic>
    </p:spTree>
    <p:extLst>
      <p:ext uri="{BB962C8B-B14F-4D97-AF65-F5344CB8AC3E}">
        <p14:creationId xmlns:p14="http://schemas.microsoft.com/office/powerpoint/2010/main" val="2378628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20CBB9EF-10D5-ACD1-2650-16421E3571B7}"/>
              </a:ext>
            </a:extLst>
          </p:cNvPr>
          <p:cNvPicPr>
            <a:picLocks noGrp="1" noChangeAspect="1"/>
          </p:cNvPicPr>
          <p:nvPr>
            <p:ph idx="1"/>
          </p:nvPr>
        </p:nvPicPr>
        <p:blipFill>
          <a:blip r:embed="rId2"/>
          <a:stretch>
            <a:fillRect/>
          </a:stretch>
        </p:blipFill>
        <p:spPr>
          <a:xfrm>
            <a:off x="391730" y="667354"/>
            <a:ext cx="11469632" cy="5255774"/>
          </a:xfrm>
          <a:prstGeom prst="rect">
            <a:avLst/>
          </a:prstGeom>
        </p:spPr>
      </p:pic>
    </p:spTree>
    <p:extLst>
      <p:ext uri="{BB962C8B-B14F-4D97-AF65-F5344CB8AC3E}">
        <p14:creationId xmlns:p14="http://schemas.microsoft.com/office/powerpoint/2010/main" val="3947027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CE24D8D8-F0FE-E458-378E-A41F9090BE65}"/>
              </a:ext>
            </a:extLst>
          </p:cNvPr>
          <p:cNvPicPr>
            <a:picLocks noGrp="1" noChangeAspect="1"/>
          </p:cNvPicPr>
          <p:nvPr>
            <p:ph idx="1"/>
          </p:nvPr>
        </p:nvPicPr>
        <p:blipFill>
          <a:blip r:embed="rId2"/>
          <a:stretch>
            <a:fillRect/>
          </a:stretch>
        </p:blipFill>
        <p:spPr>
          <a:xfrm>
            <a:off x="440748" y="593026"/>
            <a:ext cx="11514691" cy="5835070"/>
          </a:xfrm>
          <a:prstGeom prst="rect">
            <a:avLst/>
          </a:prstGeom>
        </p:spPr>
      </p:pic>
    </p:spTree>
    <p:extLst>
      <p:ext uri="{BB962C8B-B14F-4D97-AF65-F5344CB8AC3E}">
        <p14:creationId xmlns:p14="http://schemas.microsoft.com/office/powerpoint/2010/main" val="3210700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73FC3F7E-F37B-5FA2-6C8B-147E699FD9D0}"/>
              </a:ext>
            </a:extLst>
          </p:cNvPr>
          <p:cNvPicPr>
            <a:picLocks noGrp="1" noChangeAspect="1"/>
          </p:cNvPicPr>
          <p:nvPr>
            <p:ph idx="1"/>
          </p:nvPr>
        </p:nvPicPr>
        <p:blipFill>
          <a:blip r:embed="rId2"/>
          <a:stretch>
            <a:fillRect/>
          </a:stretch>
        </p:blipFill>
        <p:spPr>
          <a:xfrm>
            <a:off x="320887" y="560790"/>
            <a:ext cx="11167175" cy="5471520"/>
          </a:xfrm>
          <a:prstGeom prst="rect">
            <a:avLst/>
          </a:prstGeom>
        </p:spPr>
      </p:pic>
    </p:spTree>
    <p:extLst>
      <p:ext uri="{BB962C8B-B14F-4D97-AF65-F5344CB8AC3E}">
        <p14:creationId xmlns:p14="http://schemas.microsoft.com/office/powerpoint/2010/main" val="85644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DE5BA79B-9C9B-68A1-5358-8623591B5509}"/>
              </a:ext>
            </a:extLst>
          </p:cNvPr>
          <p:cNvPicPr>
            <a:picLocks noGrp="1" noChangeAspect="1"/>
          </p:cNvPicPr>
          <p:nvPr>
            <p:ph idx="1"/>
          </p:nvPr>
        </p:nvPicPr>
        <p:blipFill>
          <a:blip r:embed="rId2"/>
          <a:stretch>
            <a:fillRect/>
          </a:stretch>
        </p:blipFill>
        <p:spPr>
          <a:xfrm>
            <a:off x="136478" y="801699"/>
            <a:ext cx="11823510" cy="5339794"/>
          </a:xfrm>
          <a:prstGeom prst="rect">
            <a:avLst/>
          </a:prstGeom>
        </p:spPr>
      </p:pic>
    </p:spTree>
    <p:extLst>
      <p:ext uri="{BB962C8B-B14F-4D97-AF65-F5344CB8AC3E}">
        <p14:creationId xmlns:p14="http://schemas.microsoft.com/office/powerpoint/2010/main" val="1274724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88EE3C1B-BE92-F4C6-92D0-8A1F0A471E79}"/>
              </a:ext>
            </a:extLst>
          </p:cNvPr>
          <p:cNvPicPr>
            <a:picLocks noGrp="1" noChangeAspect="1"/>
          </p:cNvPicPr>
          <p:nvPr>
            <p:ph idx="1"/>
          </p:nvPr>
        </p:nvPicPr>
        <p:blipFill>
          <a:blip r:embed="rId2"/>
          <a:stretch>
            <a:fillRect/>
          </a:stretch>
        </p:blipFill>
        <p:spPr>
          <a:xfrm>
            <a:off x="509480" y="520954"/>
            <a:ext cx="10695331" cy="6337046"/>
          </a:xfrm>
          <a:prstGeom prst="rect">
            <a:avLst/>
          </a:prstGeom>
        </p:spPr>
      </p:pic>
    </p:spTree>
    <p:extLst>
      <p:ext uri="{BB962C8B-B14F-4D97-AF65-F5344CB8AC3E}">
        <p14:creationId xmlns:p14="http://schemas.microsoft.com/office/powerpoint/2010/main" val="920484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DED20A94-994A-FD67-A35C-F8572DBC4EBC}"/>
              </a:ext>
            </a:extLst>
          </p:cNvPr>
          <p:cNvPicPr>
            <a:picLocks noGrp="1" noChangeAspect="1"/>
          </p:cNvPicPr>
          <p:nvPr>
            <p:ph idx="1"/>
          </p:nvPr>
        </p:nvPicPr>
        <p:blipFill>
          <a:blip r:embed="rId2"/>
          <a:stretch>
            <a:fillRect/>
          </a:stretch>
        </p:blipFill>
        <p:spPr>
          <a:xfrm>
            <a:off x="326094" y="561170"/>
            <a:ext cx="11136497" cy="5662209"/>
          </a:xfrm>
          <a:prstGeom prst="rect">
            <a:avLst/>
          </a:prstGeom>
        </p:spPr>
      </p:pic>
    </p:spTree>
    <p:extLst>
      <p:ext uri="{BB962C8B-B14F-4D97-AF65-F5344CB8AC3E}">
        <p14:creationId xmlns:p14="http://schemas.microsoft.com/office/powerpoint/2010/main" val="2566617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Başlık 11">
            <a:extLst>
              <a:ext uri="{FF2B5EF4-FFF2-40B4-BE49-F238E27FC236}">
                <a16:creationId xmlns:a16="http://schemas.microsoft.com/office/drawing/2014/main" id="{0F309DD4-85D2-7685-2B4C-D393B3404DBF}"/>
              </a:ext>
            </a:extLst>
          </p:cNvPr>
          <p:cNvSpPr>
            <a:spLocks noGrp="1"/>
          </p:cNvSpPr>
          <p:nvPr>
            <p:ph type="title"/>
          </p:nvPr>
        </p:nvSpPr>
        <p:spPr>
          <a:xfrm>
            <a:off x="634798" y="0"/>
            <a:ext cx="11068585" cy="1131553"/>
          </a:xfrm>
        </p:spPr>
        <p:txBody>
          <a:bodyPr>
            <a:normAutofit/>
          </a:bodyPr>
          <a:lstStyle/>
          <a:p>
            <a:r>
              <a:rPr lang="tr-TR" sz="4000" dirty="0">
                <a:latin typeface="Rockwell" panose="02060603020205020403" pitchFamily="18" charset="0"/>
              </a:rPr>
              <a:t>Eğitimde yapay zeka uygulamaları</a:t>
            </a:r>
          </a:p>
        </p:txBody>
      </p:sp>
      <p:pic>
        <p:nvPicPr>
          <p:cNvPr id="9" name="İçerik Yer Tutucusu 8">
            <a:extLst>
              <a:ext uri="{FF2B5EF4-FFF2-40B4-BE49-F238E27FC236}">
                <a16:creationId xmlns:a16="http://schemas.microsoft.com/office/drawing/2014/main" id="{0992636E-ACB2-14D8-5655-CA1966F80EDF}"/>
              </a:ext>
            </a:extLst>
          </p:cNvPr>
          <p:cNvPicPr>
            <a:picLocks noGrp="1" noChangeAspect="1"/>
          </p:cNvPicPr>
          <p:nvPr>
            <p:ph idx="1"/>
          </p:nvPr>
        </p:nvPicPr>
        <p:blipFill>
          <a:blip r:embed="rId2"/>
          <a:stretch>
            <a:fillRect/>
          </a:stretch>
        </p:blipFill>
        <p:spPr>
          <a:xfrm>
            <a:off x="175192" y="1282891"/>
            <a:ext cx="10719854" cy="2287844"/>
          </a:xfrm>
          <a:prstGeom prst="rect">
            <a:avLst/>
          </a:prstGeom>
        </p:spPr>
      </p:pic>
      <p:pic>
        <p:nvPicPr>
          <p:cNvPr id="7" name="Resim 6">
            <a:extLst>
              <a:ext uri="{FF2B5EF4-FFF2-40B4-BE49-F238E27FC236}">
                <a16:creationId xmlns:a16="http://schemas.microsoft.com/office/drawing/2014/main" id="{D635DB9D-591F-7684-BF0A-8039DAD78AF4}"/>
              </a:ext>
            </a:extLst>
          </p:cNvPr>
          <p:cNvPicPr>
            <a:picLocks noChangeAspect="1"/>
          </p:cNvPicPr>
          <p:nvPr/>
        </p:nvPicPr>
        <p:blipFill>
          <a:blip r:embed="rId3"/>
          <a:stretch>
            <a:fillRect/>
          </a:stretch>
        </p:blipFill>
        <p:spPr>
          <a:xfrm>
            <a:off x="8402341" y="3722073"/>
            <a:ext cx="3496055" cy="2571112"/>
          </a:xfrm>
          <a:prstGeom prst="rect">
            <a:avLst/>
          </a:prstGeom>
        </p:spPr>
      </p:pic>
      <p:pic>
        <p:nvPicPr>
          <p:cNvPr id="11" name="Resim 10">
            <a:extLst>
              <a:ext uri="{FF2B5EF4-FFF2-40B4-BE49-F238E27FC236}">
                <a16:creationId xmlns:a16="http://schemas.microsoft.com/office/drawing/2014/main" id="{1C837716-E47B-279F-8B21-B690AD180E30}"/>
              </a:ext>
            </a:extLst>
          </p:cNvPr>
          <p:cNvPicPr>
            <a:picLocks noChangeAspect="1"/>
          </p:cNvPicPr>
          <p:nvPr/>
        </p:nvPicPr>
        <p:blipFill>
          <a:blip r:embed="rId4"/>
          <a:stretch>
            <a:fillRect/>
          </a:stretch>
        </p:blipFill>
        <p:spPr>
          <a:xfrm>
            <a:off x="175192" y="3293129"/>
            <a:ext cx="8013520" cy="3429000"/>
          </a:xfrm>
          <a:prstGeom prst="rect">
            <a:avLst/>
          </a:prstGeom>
        </p:spPr>
      </p:pic>
      <p:pic>
        <p:nvPicPr>
          <p:cNvPr id="14" name="Resim 13">
            <a:extLst>
              <a:ext uri="{FF2B5EF4-FFF2-40B4-BE49-F238E27FC236}">
                <a16:creationId xmlns:a16="http://schemas.microsoft.com/office/drawing/2014/main" id="{5B978701-553B-E7D1-6916-78FAE4996C8B}"/>
              </a:ext>
            </a:extLst>
          </p:cNvPr>
          <p:cNvPicPr>
            <a:picLocks noChangeAspect="1"/>
          </p:cNvPicPr>
          <p:nvPr/>
        </p:nvPicPr>
        <p:blipFill>
          <a:blip r:embed="rId5">
            <a:alphaModFix amt="35000"/>
          </a:blip>
          <a:stretch>
            <a:fillRect/>
          </a:stretch>
        </p:blipFill>
        <p:spPr>
          <a:xfrm rot="16200000">
            <a:off x="5053418" y="-4745495"/>
            <a:ext cx="1336917" cy="10719854"/>
          </a:xfrm>
          <a:prstGeom prst="rect">
            <a:avLst/>
          </a:prstGeom>
        </p:spPr>
      </p:pic>
    </p:spTree>
    <p:extLst>
      <p:ext uri="{BB962C8B-B14F-4D97-AF65-F5344CB8AC3E}">
        <p14:creationId xmlns:p14="http://schemas.microsoft.com/office/powerpoint/2010/main" val="571869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çerik Yer Tutucusu 17">
            <a:extLst>
              <a:ext uri="{FF2B5EF4-FFF2-40B4-BE49-F238E27FC236}">
                <a16:creationId xmlns:a16="http://schemas.microsoft.com/office/drawing/2014/main" id="{CE9EF9A3-581A-3927-6F3B-BE90B6197487}"/>
              </a:ext>
            </a:extLst>
          </p:cNvPr>
          <p:cNvPicPr>
            <a:picLocks noGrp="1" noChangeAspect="1"/>
          </p:cNvPicPr>
          <p:nvPr>
            <p:ph idx="1"/>
          </p:nvPr>
        </p:nvPicPr>
        <p:blipFill>
          <a:blip r:embed="rId2"/>
          <a:stretch>
            <a:fillRect/>
          </a:stretch>
        </p:blipFill>
        <p:spPr>
          <a:xfrm>
            <a:off x="0" y="-68943"/>
            <a:ext cx="12017829" cy="6926943"/>
          </a:xfrm>
          <a:prstGeom prst="rect">
            <a:avLst/>
          </a:prstGeom>
        </p:spPr>
      </p:pic>
      <p:sp>
        <p:nvSpPr>
          <p:cNvPr id="2" name="Başlık 1">
            <a:extLst>
              <a:ext uri="{FF2B5EF4-FFF2-40B4-BE49-F238E27FC236}">
                <a16:creationId xmlns:a16="http://schemas.microsoft.com/office/drawing/2014/main" id="{35A72505-0A27-81FB-ABF2-CBFF46994E8F}"/>
              </a:ext>
            </a:extLst>
          </p:cNvPr>
          <p:cNvSpPr>
            <a:spLocks noGrp="1"/>
          </p:cNvSpPr>
          <p:nvPr>
            <p:ph type="title"/>
          </p:nvPr>
        </p:nvSpPr>
        <p:spPr>
          <a:xfrm>
            <a:off x="6531429" y="5798456"/>
            <a:ext cx="5486400" cy="667657"/>
          </a:xfrm>
        </p:spPr>
        <p:txBody>
          <a:bodyPr>
            <a:normAutofit fontScale="90000"/>
          </a:bodyPr>
          <a:lstStyle/>
          <a:p>
            <a:r>
              <a:rPr lang="tr-TR" sz="3200" dirty="0" err="1">
                <a:solidFill>
                  <a:srgbClr val="FF0000"/>
                </a:solidFill>
                <a:highlight>
                  <a:srgbClr val="FFFF00"/>
                </a:highlight>
                <a:latin typeface="Cambria" panose="02040503050406030204" pitchFamily="18" charset="0"/>
                <a:ea typeface="Cambria" panose="02040503050406030204" pitchFamily="18" charset="0"/>
              </a:rPr>
              <a:t>Prompt</a:t>
            </a:r>
            <a:r>
              <a:rPr lang="tr-TR" sz="3200" dirty="0">
                <a:solidFill>
                  <a:srgbClr val="FF0000"/>
                </a:solidFill>
                <a:highlight>
                  <a:srgbClr val="FFFF00"/>
                </a:highlight>
                <a:latin typeface="Cambria" panose="02040503050406030204" pitchFamily="18" charset="0"/>
                <a:ea typeface="Cambria" panose="02040503050406030204" pitchFamily="18" charset="0"/>
              </a:rPr>
              <a:t> yazma teknikleri</a:t>
            </a:r>
          </a:p>
        </p:txBody>
      </p:sp>
    </p:spTree>
    <p:extLst>
      <p:ext uri="{BB962C8B-B14F-4D97-AF65-F5344CB8AC3E}">
        <p14:creationId xmlns:p14="http://schemas.microsoft.com/office/powerpoint/2010/main" val="1086069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E40A54D3-3297-3328-9B9C-546CF4AF9FA0}"/>
              </a:ext>
            </a:extLst>
          </p:cNvPr>
          <p:cNvPicPr>
            <a:picLocks noGrp="1" noChangeAspect="1"/>
          </p:cNvPicPr>
          <p:nvPr>
            <p:ph idx="1"/>
          </p:nvPr>
        </p:nvPicPr>
        <p:blipFill>
          <a:blip r:embed="rId2"/>
          <a:stretch>
            <a:fillRect/>
          </a:stretch>
        </p:blipFill>
        <p:spPr>
          <a:xfrm>
            <a:off x="241059" y="-149339"/>
            <a:ext cx="11334152" cy="6506595"/>
          </a:xfrm>
          <a:prstGeom prst="rect">
            <a:avLst/>
          </a:prstGeom>
          <a:ln w="38100">
            <a:solidFill>
              <a:srgbClr val="0070C0"/>
            </a:solidFill>
          </a:ln>
          <a:effectLst>
            <a:glow rad="228600">
              <a:schemeClr val="accent2">
                <a:satMod val="175000"/>
                <a:alpha val="40000"/>
              </a:schemeClr>
            </a:glow>
          </a:effectLst>
        </p:spPr>
      </p:pic>
    </p:spTree>
    <p:extLst>
      <p:ext uri="{BB962C8B-B14F-4D97-AF65-F5344CB8AC3E}">
        <p14:creationId xmlns:p14="http://schemas.microsoft.com/office/powerpoint/2010/main" val="1356524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704AE9-A7A6-4F25-817D-A49C3B8931AF}"/>
              </a:ext>
            </a:extLst>
          </p:cNvPr>
          <p:cNvSpPr>
            <a:spLocks noGrp="1"/>
          </p:cNvSpPr>
          <p:nvPr>
            <p:ph type="title"/>
          </p:nvPr>
        </p:nvSpPr>
        <p:spPr>
          <a:xfrm>
            <a:off x="327442" y="209876"/>
            <a:ext cx="9720072" cy="677527"/>
          </a:xfrm>
        </p:spPr>
        <p:txBody>
          <a:bodyPr>
            <a:normAutofit/>
          </a:bodyPr>
          <a:lstStyle/>
          <a:p>
            <a:r>
              <a:rPr lang="tr-TR" sz="2400" dirty="0" err="1">
                <a:latin typeface="Bodoni MT" panose="02070603080606020203" pitchFamily="18" charset="0"/>
              </a:rPr>
              <a:t>Prompt</a:t>
            </a:r>
            <a:r>
              <a:rPr lang="tr-TR" sz="2400" dirty="0">
                <a:latin typeface="Bodoni MT" panose="02070603080606020203" pitchFamily="18" charset="0"/>
              </a:rPr>
              <a:t> Mühendisliği İçin Temel Formüller </a:t>
            </a:r>
          </a:p>
        </p:txBody>
      </p:sp>
      <p:sp>
        <p:nvSpPr>
          <p:cNvPr id="7" name="İçerik Yer Tutucusu 6">
            <a:extLst>
              <a:ext uri="{FF2B5EF4-FFF2-40B4-BE49-F238E27FC236}">
                <a16:creationId xmlns:a16="http://schemas.microsoft.com/office/drawing/2014/main" id="{1DAE07A4-3083-18A1-CBAD-863996E6919F}"/>
              </a:ext>
            </a:extLst>
          </p:cNvPr>
          <p:cNvSpPr>
            <a:spLocks noGrp="1"/>
          </p:cNvSpPr>
          <p:nvPr>
            <p:ph idx="1"/>
          </p:nvPr>
        </p:nvSpPr>
        <p:spPr>
          <a:xfrm>
            <a:off x="545157" y="887403"/>
            <a:ext cx="11646843" cy="5469854"/>
          </a:xfrm>
        </p:spPr>
        <p:txBody>
          <a:bodyPr/>
          <a:lstStyle/>
          <a:p>
            <a:pPr marL="0" indent="0">
              <a:buNone/>
            </a:pPr>
            <a:endParaRPr lang="tr-TR" dirty="0"/>
          </a:p>
          <a:p>
            <a:r>
              <a:rPr lang="tr-TR" dirty="0">
                <a:highlight>
                  <a:srgbClr val="FFFF00"/>
                </a:highlight>
              </a:rPr>
              <a:t>Bağlam (</a:t>
            </a:r>
            <a:r>
              <a:rPr lang="tr-TR" dirty="0" err="1">
                <a:highlight>
                  <a:srgbClr val="FFFF00"/>
                </a:highlight>
              </a:rPr>
              <a:t>Context</a:t>
            </a:r>
            <a:r>
              <a:rPr lang="tr-TR" dirty="0">
                <a:highlight>
                  <a:srgbClr val="FFFF00"/>
                </a:highlight>
              </a:rPr>
              <a:t>) Belirleme: </a:t>
            </a:r>
            <a:r>
              <a:rPr lang="tr-TR" dirty="0"/>
              <a:t>konunun kapsamını belirler </a:t>
            </a:r>
          </a:p>
          <a:p>
            <a:r>
              <a:rPr lang="tr-TR" dirty="0" err="1"/>
              <a:t>Prompt</a:t>
            </a:r>
            <a:r>
              <a:rPr lang="tr-TR" dirty="0"/>
              <a:t>: "Bir 7. sınıf öğrencisine matematik öğretmek için </a:t>
            </a:r>
          </a:p>
          <a:p>
            <a:r>
              <a:rPr lang="tr-TR" dirty="0"/>
              <a:t>bilgi ver."</a:t>
            </a:r>
          </a:p>
          <a:p>
            <a:pPr>
              <a:lnSpc>
                <a:spcPct val="100000"/>
              </a:lnSpc>
            </a:pPr>
            <a:r>
              <a:rPr lang="tr-TR" dirty="0"/>
              <a:t>Bağlam: 8. sınıf öğrencileri enerji kaynakları konusunu öğrenmektedir. Dersin temel amacı, yenilenebilir enerji kaynakları </a:t>
            </a:r>
          </a:p>
          <a:p>
            <a:pPr>
              <a:lnSpc>
                <a:spcPct val="100000"/>
              </a:lnSpc>
            </a:pPr>
            <a:r>
              <a:rPr lang="tr-TR" dirty="0"/>
              <a:t>ile fosil yakıtlar arasındaki farkları kavratmak ve bu iki enerji </a:t>
            </a:r>
          </a:p>
          <a:p>
            <a:pPr>
              <a:lnSpc>
                <a:spcPct val="100000"/>
              </a:lnSpc>
            </a:pPr>
            <a:r>
              <a:rPr lang="tr-TR" dirty="0"/>
              <a:t>türünün avantajlarını ve dezavantajlarını açıklamaktır. Öğrenciler </a:t>
            </a:r>
          </a:p>
          <a:p>
            <a:pPr>
              <a:lnSpc>
                <a:spcPct val="100000"/>
              </a:lnSpc>
            </a:pPr>
            <a:r>
              <a:rPr lang="tr-TR" dirty="0"/>
              <a:t>temel bilgilere sahip olmakla birlikte, detaylara hâkim değillerdir. </a:t>
            </a:r>
          </a:p>
          <a:p>
            <a:pPr>
              <a:lnSpc>
                <a:spcPct val="100000"/>
              </a:lnSpc>
            </a:pPr>
            <a:r>
              <a:rPr lang="tr-TR" dirty="0"/>
              <a:t>Bu nedenle, yenilenebilir ve fosil yakıtları karşılaştıran, anlaşılır </a:t>
            </a:r>
          </a:p>
          <a:p>
            <a:pPr>
              <a:lnSpc>
                <a:spcPct val="100000"/>
              </a:lnSpc>
            </a:pPr>
            <a:r>
              <a:rPr lang="tr-TR" dirty="0"/>
              <a:t>ve eğitici bir açıklamaya ihtiyaç duyulmaktadır.</a:t>
            </a:r>
          </a:p>
          <a:p>
            <a:endParaRPr lang="tr-TR" dirty="0"/>
          </a:p>
          <a:p>
            <a:endParaRPr lang="tr-TR" dirty="0"/>
          </a:p>
          <a:p>
            <a:endParaRPr lang="tr-TR" dirty="0"/>
          </a:p>
        </p:txBody>
      </p:sp>
    </p:spTree>
    <p:extLst>
      <p:ext uri="{BB962C8B-B14F-4D97-AF65-F5344CB8AC3E}">
        <p14:creationId xmlns:p14="http://schemas.microsoft.com/office/powerpoint/2010/main" val="4109023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9E29B8F-5C5D-6400-842B-87205777B731}"/>
              </a:ext>
            </a:extLst>
          </p:cNvPr>
          <p:cNvSpPr>
            <a:spLocks noGrp="1"/>
          </p:cNvSpPr>
          <p:nvPr>
            <p:ph idx="1"/>
          </p:nvPr>
        </p:nvSpPr>
        <p:spPr>
          <a:xfrm>
            <a:off x="559670" y="442686"/>
            <a:ext cx="9720073" cy="6248400"/>
          </a:xfrm>
        </p:spPr>
        <p:txBody>
          <a:bodyPr/>
          <a:lstStyle/>
          <a:p>
            <a:r>
              <a:rPr lang="tr-TR" dirty="0">
                <a:highlight>
                  <a:srgbClr val="FFFF00"/>
                </a:highlight>
              </a:rPr>
              <a:t>Görev (</a:t>
            </a:r>
            <a:r>
              <a:rPr lang="tr-TR" dirty="0" err="1">
                <a:highlight>
                  <a:srgbClr val="FFFF00"/>
                </a:highlight>
              </a:rPr>
              <a:t>Task</a:t>
            </a:r>
            <a:r>
              <a:rPr lang="tr-TR" dirty="0">
                <a:highlight>
                  <a:srgbClr val="FFFF00"/>
                </a:highlight>
              </a:rPr>
              <a:t>) Tanımlama:  </a:t>
            </a:r>
            <a:r>
              <a:rPr lang="tr-TR" dirty="0"/>
              <a:t>ne yapması gerektiğini açıkça ifade etme</a:t>
            </a:r>
          </a:p>
          <a:p>
            <a:endParaRPr lang="tr-TR" dirty="0"/>
          </a:p>
          <a:p>
            <a:r>
              <a:rPr lang="tr-TR" dirty="0" err="1"/>
              <a:t>Prompt</a:t>
            </a:r>
            <a:r>
              <a:rPr lang="tr-TR" dirty="0"/>
              <a:t>: "Kesirlerle toplama işlemini adım adım açıkla.«</a:t>
            </a:r>
          </a:p>
          <a:p>
            <a:endParaRPr lang="tr-TR" dirty="0"/>
          </a:p>
          <a:p>
            <a:r>
              <a:rPr lang="tr-TR" dirty="0"/>
              <a:t>Görev Tanımı: 7. sınıf öğrencileri için su döngüsünü basit ve anlaşılır </a:t>
            </a:r>
          </a:p>
          <a:p>
            <a:r>
              <a:rPr lang="tr-TR" dirty="0"/>
              <a:t>bir dille açıklayan bir ders metni yazılması gerekmektedir. Metin, </a:t>
            </a:r>
          </a:p>
          <a:p>
            <a:r>
              <a:rPr lang="tr-TR" dirty="0"/>
              <a:t>su döngüsünün aşamalarını kısa, net ve öğrenci seviyesine uygun </a:t>
            </a:r>
          </a:p>
          <a:p>
            <a:r>
              <a:rPr lang="tr-TR" dirty="0"/>
              <a:t>cümlelerle anlatmalıdır. Ayrıca, görselle desteklenebilir olması için </a:t>
            </a:r>
          </a:p>
          <a:p>
            <a:r>
              <a:rPr lang="tr-TR" dirty="0"/>
              <a:t>aşamaların sırasına dikkat edilmeli ve kavramlar açık bir şekilde </a:t>
            </a:r>
          </a:p>
          <a:p>
            <a:r>
              <a:rPr lang="tr-TR" dirty="0"/>
              <a:t>tanımlanmalıdır</a:t>
            </a:r>
          </a:p>
        </p:txBody>
      </p:sp>
    </p:spTree>
    <p:extLst>
      <p:ext uri="{BB962C8B-B14F-4D97-AF65-F5344CB8AC3E}">
        <p14:creationId xmlns:p14="http://schemas.microsoft.com/office/powerpoint/2010/main" val="2529837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C96FA67-3176-E8A6-7F79-38D89872C0B9}"/>
              </a:ext>
            </a:extLst>
          </p:cNvPr>
          <p:cNvSpPr>
            <a:spLocks noGrp="1"/>
          </p:cNvSpPr>
          <p:nvPr>
            <p:ph idx="1"/>
          </p:nvPr>
        </p:nvSpPr>
        <p:spPr>
          <a:xfrm>
            <a:off x="417720" y="391885"/>
            <a:ext cx="11658165" cy="6270171"/>
          </a:xfrm>
        </p:spPr>
        <p:txBody>
          <a:bodyPr>
            <a:normAutofit/>
          </a:bodyPr>
          <a:lstStyle/>
          <a:p>
            <a:r>
              <a:rPr lang="tr-TR" dirty="0">
                <a:highlight>
                  <a:srgbClr val="FFFF00"/>
                </a:highlight>
              </a:rPr>
              <a:t>Kısıtlamaları (</a:t>
            </a:r>
            <a:r>
              <a:rPr lang="tr-TR" dirty="0" err="1">
                <a:highlight>
                  <a:srgbClr val="FFFF00"/>
                </a:highlight>
              </a:rPr>
              <a:t>Constraints</a:t>
            </a:r>
            <a:r>
              <a:rPr lang="tr-TR" dirty="0">
                <a:highlight>
                  <a:srgbClr val="FFFF00"/>
                </a:highlight>
              </a:rPr>
              <a:t>) Belirleme</a:t>
            </a:r>
            <a:r>
              <a:rPr lang="tr-TR" dirty="0"/>
              <a:t>: çalışma alanını sınırlandıran kurallardır</a:t>
            </a:r>
          </a:p>
          <a:p>
            <a:pPr marL="0" indent="0">
              <a:buNone/>
            </a:pPr>
            <a:r>
              <a:rPr lang="tr-TR" dirty="0">
                <a:solidFill>
                  <a:srgbClr val="FF0000"/>
                </a:solidFill>
              </a:rPr>
              <a:t>Örnekler</a:t>
            </a:r>
          </a:p>
          <a:p>
            <a:r>
              <a:rPr lang="tr-TR" dirty="0" err="1">
                <a:solidFill>
                  <a:schemeClr val="accent4"/>
                </a:solidFill>
              </a:rPr>
              <a:t>Prompt</a:t>
            </a:r>
            <a:r>
              <a:rPr lang="tr-TR" dirty="0">
                <a:solidFill>
                  <a:schemeClr val="accent4"/>
                </a:solidFill>
              </a:rPr>
              <a:t> 1</a:t>
            </a:r>
            <a:r>
              <a:rPr lang="tr-TR" dirty="0"/>
              <a:t>: "Her adımı iki cümleyle açıklayın ve basit, anlaşılır </a:t>
            </a:r>
          </a:p>
          <a:p>
            <a:r>
              <a:rPr lang="tr-TR" dirty="0"/>
              <a:t>bir dil kullanın."</a:t>
            </a:r>
          </a:p>
          <a:p>
            <a:r>
              <a:rPr lang="tr-TR" dirty="0">
                <a:solidFill>
                  <a:schemeClr val="accent4"/>
                </a:solidFill>
              </a:rPr>
              <a:t>Kısıtlama: </a:t>
            </a:r>
            <a:r>
              <a:rPr lang="tr-TR" dirty="0"/>
              <a:t>Yanıt ortaokul seviyesinde olmalı, karmaşık terimlerden kaçınılmalı ve bilgiler öğrenci seviyesine uygun olacak </a:t>
            </a:r>
          </a:p>
          <a:p>
            <a:r>
              <a:rPr lang="tr-TR" dirty="0"/>
              <a:t>şekilde sadeleştirilmelidir.</a:t>
            </a:r>
          </a:p>
          <a:p>
            <a:r>
              <a:rPr lang="tr-TR" dirty="0" err="1">
                <a:solidFill>
                  <a:srgbClr val="7030A0"/>
                </a:solidFill>
              </a:rPr>
              <a:t>Prompt</a:t>
            </a:r>
            <a:r>
              <a:rPr lang="tr-TR" dirty="0">
                <a:solidFill>
                  <a:srgbClr val="7030A0"/>
                </a:solidFill>
              </a:rPr>
              <a:t> 2</a:t>
            </a:r>
            <a:r>
              <a:rPr lang="tr-TR" dirty="0">
                <a:solidFill>
                  <a:srgbClr val="00B0F0"/>
                </a:solidFill>
              </a:rPr>
              <a:t>: </a:t>
            </a:r>
            <a:r>
              <a:rPr lang="tr-TR" dirty="0"/>
              <a:t>"İlkokul 4. sınıf öğrencilerine güneş sistemi hakkında </a:t>
            </a:r>
          </a:p>
          <a:p>
            <a:r>
              <a:rPr lang="tr-TR" dirty="0"/>
              <a:t>kısa bir açıklama yap."</a:t>
            </a:r>
          </a:p>
          <a:p>
            <a:r>
              <a:rPr lang="tr-TR" dirty="0">
                <a:solidFill>
                  <a:srgbClr val="7030A0"/>
                </a:solidFill>
              </a:rPr>
              <a:t>Kısıtlama: </a:t>
            </a:r>
            <a:r>
              <a:rPr lang="tr-TR" dirty="0"/>
              <a:t>Sadece Güneş ve dört iç gezegen (Merkür, Venüs, </a:t>
            </a:r>
          </a:p>
          <a:p>
            <a:r>
              <a:rPr lang="tr-TR" dirty="0"/>
              <a:t>Dünya, Mars) hakkında bilgi verilmeli, diğer gezegenler hakkında </a:t>
            </a:r>
          </a:p>
          <a:p>
            <a:r>
              <a:rPr lang="tr-TR" dirty="0"/>
              <a:t>detaylara girilmemelidir. Açıklamalar kısa ve anlaşılır olmalıdır.</a:t>
            </a:r>
          </a:p>
        </p:txBody>
      </p:sp>
    </p:spTree>
    <p:extLst>
      <p:ext uri="{BB962C8B-B14F-4D97-AF65-F5344CB8AC3E}">
        <p14:creationId xmlns:p14="http://schemas.microsoft.com/office/powerpoint/2010/main" val="2354833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8F67ECB-B3EC-6CF9-145B-0E3E4C75DC88}"/>
              </a:ext>
            </a:extLst>
          </p:cNvPr>
          <p:cNvSpPr>
            <a:spLocks noGrp="1"/>
          </p:cNvSpPr>
          <p:nvPr>
            <p:ph idx="1"/>
          </p:nvPr>
        </p:nvSpPr>
        <p:spPr>
          <a:xfrm>
            <a:off x="229035" y="232229"/>
            <a:ext cx="8740794" cy="6547177"/>
          </a:xfrm>
        </p:spPr>
        <p:txBody>
          <a:bodyPr>
            <a:normAutofit/>
          </a:bodyPr>
          <a:lstStyle/>
          <a:p>
            <a:r>
              <a:rPr lang="tr-TR" dirty="0">
                <a:highlight>
                  <a:srgbClr val="FFFF00"/>
                </a:highlight>
              </a:rPr>
              <a:t>Örnek (</a:t>
            </a:r>
            <a:r>
              <a:rPr lang="tr-TR" dirty="0" err="1">
                <a:highlight>
                  <a:srgbClr val="FFFF00"/>
                </a:highlight>
              </a:rPr>
              <a:t>Examplar</a:t>
            </a:r>
            <a:r>
              <a:rPr lang="tr-TR" dirty="0">
                <a:highlight>
                  <a:srgbClr val="FFFF00"/>
                </a:highlight>
              </a:rPr>
              <a:t>) Sağlama:  </a:t>
            </a:r>
            <a:r>
              <a:rPr lang="tr-TR" dirty="0"/>
              <a:t>nasıl bir yanıt vermesi gerektiğini netleştirmek için kullanılan bir yönlendirme tekniğidir</a:t>
            </a:r>
          </a:p>
          <a:p>
            <a:pPr marL="0" indent="0">
              <a:buNone/>
            </a:pPr>
            <a:r>
              <a:rPr lang="tr-TR" dirty="0"/>
              <a:t>  </a:t>
            </a:r>
            <a:r>
              <a:rPr lang="tr-TR" sz="2000" dirty="0">
                <a:solidFill>
                  <a:srgbClr val="FF0000"/>
                </a:solidFill>
                <a:latin typeface="Cambria" panose="02040503050406030204" pitchFamily="18" charset="0"/>
                <a:ea typeface="Cambria" panose="02040503050406030204" pitchFamily="18" charset="0"/>
              </a:rPr>
              <a:t>Örnekler</a:t>
            </a:r>
          </a:p>
          <a:p>
            <a:r>
              <a:rPr lang="tr-TR" sz="2000" dirty="0" err="1">
                <a:solidFill>
                  <a:schemeClr val="accent4"/>
                </a:solidFill>
                <a:latin typeface="Cambria" panose="02040503050406030204" pitchFamily="18" charset="0"/>
                <a:ea typeface="Cambria" panose="02040503050406030204" pitchFamily="18" charset="0"/>
              </a:rPr>
              <a:t>Prompt</a:t>
            </a:r>
            <a:r>
              <a:rPr lang="tr-TR" sz="2000" dirty="0">
                <a:solidFill>
                  <a:schemeClr val="accent4"/>
                </a:solidFill>
                <a:latin typeface="Cambria" panose="02040503050406030204" pitchFamily="18" charset="0"/>
                <a:ea typeface="Cambria" panose="02040503050406030204" pitchFamily="18" charset="0"/>
              </a:rPr>
              <a:t> 1: </a:t>
            </a:r>
            <a:r>
              <a:rPr lang="tr-TR" sz="2000" dirty="0">
                <a:latin typeface="Cambria" panose="02040503050406030204" pitchFamily="18" charset="0"/>
                <a:ea typeface="Cambria" panose="02040503050406030204" pitchFamily="18" charset="0"/>
              </a:rPr>
              <a:t>"Marmara Bölgesi, iklimi çeşitlilik gösteren bir bölgedir </a:t>
            </a:r>
          </a:p>
          <a:p>
            <a:r>
              <a:rPr lang="tr-TR" sz="2000" dirty="0">
                <a:latin typeface="Cambria" panose="02040503050406030204" pitchFamily="18" charset="0"/>
                <a:ea typeface="Cambria" panose="02040503050406030204" pitchFamily="18" charset="0"/>
              </a:rPr>
              <a:t>ve İstanbul gibi önemli şehirlere ev sahipliği yapar."</a:t>
            </a:r>
          </a:p>
          <a:p>
            <a:r>
              <a:rPr lang="tr-TR" sz="2000" dirty="0">
                <a:solidFill>
                  <a:schemeClr val="accent4"/>
                </a:solidFill>
                <a:latin typeface="Cambria" panose="02040503050406030204" pitchFamily="18" charset="0"/>
                <a:ea typeface="Cambria" panose="02040503050406030204" pitchFamily="18" charset="0"/>
              </a:rPr>
              <a:t>Örnek Sağlama</a:t>
            </a:r>
            <a:r>
              <a:rPr lang="tr-TR" sz="2000" dirty="0">
                <a:latin typeface="Cambria" panose="02040503050406030204" pitchFamily="18" charset="0"/>
                <a:ea typeface="Cambria" panose="02040503050406030204" pitchFamily="18" charset="0"/>
              </a:rPr>
              <a:t>: Modelin Marmara Bölgesi’ni tanıtırken bölgenin iklim çeşitliliğini vurgulaması ve önemli şehirlerinden </a:t>
            </a:r>
          </a:p>
          <a:p>
            <a:r>
              <a:rPr lang="tr-TR" sz="2000" dirty="0">
                <a:latin typeface="Cambria" panose="02040503050406030204" pitchFamily="18" charset="0"/>
                <a:ea typeface="Cambria" panose="02040503050406030204" pitchFamily="18" charset="0"/>
              </a:rPr>
              <a:t>bahsetmesi gerektiği belirtilmiştir. Bu sayede, modelin doğrudan istenen şekilde bir açıklama sunması sağlanır.</a:t>
            </a:r>
          </a:p>
          <a:p>
            <a:r>
              <a:rPr lang="tr-TR" sz="2000" dirty="0" err="1">
                <a:solidFill>
                  <a:srgbClr val="0070C0"/>
                </a:solidFill>
                <a:latin typeface="Cambria" panose="02040503050406030204" pitchFamily="18" charset="0"/>
                <a:ea typeface="Cambria" panose="02040503050406030204" pitchFamily="18" charset="0"/>
              </a:rPr>
              <a:t>Prompt</a:t>
            </a:r>
            <a:r>
              <a:rPr lang="tr-TR" sz="2000" dirty="0">
                <a:solidFill>
                  <a:srgbClr val="0070C0"/>
                </a:solidFill>
                <a:latin typeface="Cambria" panose="02040503050406030204" pitchFamily="18" charset="0"/>
                <a:ea typeface="Cambria" panose="02040503050406030204" pitchFamily="18" charset="0"/>
              </a:rPr>
              <a:t> 2: </a:t>
            </a:r>
            <a:r>
              <a:rPr lang="tr-TR" sz="2000" dirty="0">
                <a:latin typeface="Cambria" panose="02040503050406030204" pitchFamily="18" charset="0"/>
                <a:ea typeface="Cambria" panose="02040503050406030204" pitchFamily="18" charset="0"/>
              </a:rPr>
              <a:t>"Lise düzeyindeki öğrenciler için bir biyoloji testi hazırlamak istiyorum. 5 adet çoktan seçmeli soru olmalı ve her soru hücre bölünmesi ile ilgili olmalıdır."</a:t>
            </a:r>
          </a:p>
          <a:p>
            <a:r>
              <a:rPr lang="tr-TR" sz="2000" dirty="0">
                <a:solidFill>
                  <a:srgbClr val="0070C0"/>
                </a:solidFill>
                <a:latin typeface="Cambria" panose="02040503050406030204" pitchFamily="18" charset="0"/>
                <a:ea typeface="Cambria" panose="02040503050406030204" pitchFamily="18" charset="0"/>
              </a:rPr>
              <a:t>Örnek Sağlama:</a:t>
            </a:r>
          </a:p>
          <a:p>
            <a:r>
              <a:rPr lang="tr-TR" sz="2000" dirty="0">
                <a:latin typeface="Cambria" panose="02040503050406030204" pitchFamily="18" charset="0"/>
                <a:ea typeface="Cambria" panose="02040503050406030204" pitchFamily="18" charset="0"/>
              </a:rPr>
              <a:t>» Soru Formatı: Çoktan seçmeli, dört şıklı.</a:t>
            </a:r>
          </a:p>
          <a:p>
            <a:r>
              <a:rPr lang="tr-TR" sz="2000" dirty="0">
                <a:latin typeface="Cambria" panose="02040503050406030204" pitchFamily="18" charset="0"/>
                <a:ea typeface="Cambria" panose="02040503050406030204" pitchFamily="18" charset="0"/>
              </a:rPr>
              <a:t>» Konu Kapsamı: Hücre bölünmesi ile ilgili olmalı.</a:t>
            </a:r>
          </a:p>
          <a:p>
            <a:r>
              <a:rPr lang="tr-TR" sz="2000" dirty="0">
                <a:latin typeface="Cambria" panose="02040503050406030204" pitchFamily="18" charset="0"/>
                <a:ea typeface="Cambria" panose="02040503050406030204" pitchFamily="18" charset="0"/>
              </a:rPr>
              <a:t>» Dil Seviyesi: Lise öğrencilerine uygun olmalı.</a:t>
            </a:r>
          </a:p>
          <a:p>
            <a:endParaRPr lang="tr-TR" dirty="0"/>
          </a:p>
          <a:p>
            <a:endParaRPr lang="tr-TR" dirty="0"/>
          </a:p>
        </p:txBody>
      </p:sp>
      <p:pic>
        <p:nvPicPr>
          <p:cNvPr id="5" name="Resim 4">
            <a:extLst>
              <a:ext uri="{FF2B5EF4-FFF2-40B4-BE49-F238E27FC236}">
                <a16:creationId xmlns:a16="http://schemas.microsoft.com/office/drawing/2014/main" id="{120A94C7-CC30-C824-CC62-C3C2A03CDA94}"/>
              </a:ext>
            </a:extLst>
          </p:cNvPr>
          <p:cNvPicPr>
            <a:picLocks noChangeAspect="1"/>
          </p:cNvPicPr>
          <p:nvPr/>
        </p:nvPicPr>
        <p:blipFill>
          <a:blip r:embed="rId2"/>
          <a:stretch>
            <a:fillRect/>
          </a:stretch>
        </p:blipFill>
        <p:spPr>
          <a:xfrm>
            <a:off x="8069944" y="3507593"/>
            <a:ext cx="4252685" cy="3350407"/>
          </a:xfrm>
          <a:prstGeom prst="rect">
            <a:avLst/>
          </a:prstGeom>
          <a:ln w="38100">
            <a:solidFill>
              <a:srgbClr val="0070C0"/>
            </a:solidFill>
          </a:ln>
        </p:spPr>
      </p:pic>
    </p:spTree>
    <p:extLst>
      <p:ext uri="{BB962C8B-B14F-4D97-AF65-F5344CB8AC3E}">
        <p14:creationId xmlns:p14="http://schemas.microsoft.com/office/powerpoint/2010/main" val="3916254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457EE34-096E-F838-AE71-08577860FC19}"/>
              </a:ext>
            </a:extLst>
          </p:cNvPr>
          <p:cNvSpPr>
            <a:spLocks noGrp="1"/>
          </p:cNvSpPr>
          <p:nvPr>
            <p:ph idx="1"/>
          </p:nvPr>
        </p:nvSpPr>
        <p:spPr>
          <a:xfrm>
            <a:off x="356472" y="333827"/>
            <a:ext cx="6189471" cy="6096002"/>
          </a:xfrm>
        </p:spPr>
        <p:txBody>
          <a:bodyPr>
            <a:normAutofit/>
          </a:bodyPr>
          <a:lstStyle/>
          <a:p>
            <a:r>
              <a:rPr lang="tr-TR" dirty="0">
                <a:highlight>
                  <a:srgbClr val="FFFF00"/>
                </a:highlight>
              </a:rPr>
              <a:t>Kişilik (Persona) Tanımlama</a:t>
            </a:r>
            <a:r>
              <a:rPr lang="tr-TR" dirty="0"/>
              <a:t>: hangi rol veya karakterde davranması gerektiğini belirtir.</a:t>
            </a:r>
          </a:p>
          <a:p>
            <a:r>
              <a:rPr lang="tr-TR" dirty="0"/>
              <a:t>Örnekler</a:t>
            </a:r>
          </a:p>
          <a:p>
            <a:r>
              <a:rPr lang="tr-TR" dirty="0" err="1">
                <a:solidFill>
                  <a:srgbClr val="00B050"/>
                </a:solidFill>
              </a:rPr>
              <a:t>Prompt</a:t>
            </a:r>
            <a:r>
              <a:rPr lang="tr-TR" dirty="0">
                <a:solidFill>
                  <a:srgbClr val="00B050"/>
                </a:solidFill>
              </a:rPr>
              <a:t>: </a:t>
            </a:r>
            <a:r>
              <a:rPr lang="tr-TR" dirty="0"/>
              <a:t>"Bir coğrafya öğretmeni olarak davran."</a:t>
            </a:r>
          </a:p>
          <a:p>
            <a:r>
              <a:rPr lang="tr-TR" dirty="0">
                <a:solidFill>
                  <a:srgbClr val="00B050"/>
                </a:solidFill>
              </a:rPr>
              <a:t>Bağlam: </a:t>
            </a:r>
            <a:r>
              <a:rPr lang="tr-TR" dirty="0"/>
              <a:t>6. sınıf öğrencileri için bir yazılı sınav hazırlanıyor.</a:t>
            </a:r>
          </a:p>
          <a:p>
            <a:r>
              <a:rPr lang="tr-TR" dirty="0">
                <a:solidFill>
                  <a:srgbClr val="00B050"/>
                </a:solidFill>
              </a:rPr>
              <a:t>Görev: </a:t>
            </a:r>
            <a:r>
              <a:rPr lang="tr-TR" dirty="0"/>
              <a:t>Sorular hem öğretici hem de eğlenceli olmalı.</a:t>
            </a:r>
          </a:p>
          <a:p>
            <a:r>
              <a:rPr lang="tr-TR" dirty="0">
                <a:solidFill>
                  <a:srgbClr val="00B050"/>
                </a:solidFill>
              </a:rPr>
              <a:t>Kısıtlama</a:t>
            </a:r>
            <a:r>
              <a:rPr lang="tr-TR" dirty="0"/>
              <a:t>: Sorular çok zor olmamalı, öğrencileri motive edici </a:t>
            </a:r>
          </a:p>
          <a:p>
            <a:r>
              <a:rPr lang="tr-TR" dirty="0"/>
              <a:t>bir dille yazılmalıdır.</a:t>
            </a:r>
          </a:p>
          <a:p>
            <a:r>
              <a:rPr lang="tr-TR" dirty="0">
                <a:solidFill>
                  <a:srgbClr val="00B050"/>
                </a:solidFill>
              </a:rPr>
              <a:t>Persona: </a:t>
            </a:r>
            <a:r>
              <a:rPr lang="tr-TR" dirty="0"/>
              <a:t>Soruları hazırlarken, motive edici ve arkadaşça bir </a:t>
            </a:r>
          </a:p>
          <a:p>
            <a:r>
              <a:rPr lang="tr-TR" dirty="0"/>
              <a:t>üslup kullan.</a:t>
            </a:r>
          </a:p>
        </p:txBody>
      </p:sp>
      <p:pic>
        <p:nvPicPr>
          <p:cNvPr id="5" name="Resim 4">
            <a:extLst>
              <a:ext uri="{FF2B5EF4-FFF2-40B4-BE49-F238E27FC236}">
                <a16:creationId xmlns:a16="http://schemas.microsoft.com/office/drawing/2014/main" id="{B1A5F016-277C-EDB2-D72F-AA1A126C7723}"/>
              </a:ext>
            </a:extLst>
          </p:cNvPr>
          <p:cNvPicPr>
            <a:picLocks noChangeAspect="1"/>
          </p:cNvPicPr>
          <p:nvPr/>
        </p:nvPicPr>
        <p:blipFill>
          <a:blip r:embed="rId2"/>
          <a:stretch>
            <a:fillRect/>
          </a:stretch>
        </p:blipFill>
        <p:spPr>
          <a:xfrm>
            <a:off x="7415928" y="1164772"/>
            <a:ext cx="4282586" cy="5268686"/>
          </a:xfrm>
          <a:prstGeom prst="rect">
            <a:avLst/>
          </a:prstGeom>
        </p:spPr>
      </p:pic>
      <p:sp>
        <p:nvSpPr>
          <p:cNvPr id="6" name="Dikdörtgen 5">
            <a:extLst>
              <a:ext uri="{FF2B5EF4-FFF2-40B4-BE49-F238E27FC236}">
                <a16:creationId xmlns:a16="http://schemas.microsoft.com/office/drawing/2014/main" id="{8FCE20C2-2E42-E032-5001-DC77B0A68D2F}"/>
              </a:ext>
            </a:extLst>
          </p:cNvPr>
          <p:cNvSpPr/>
          <p:nvPr/>
        </p:nvSpPr>
        <p:spPr>
          <a:xfrm>
            <a:off x="7350179" y="424542"/>
            <a:ext cx="2533900" cy="584775"/>
          </a:xfrm>
          <a:prstGeom prst="rect">
            <a:avLst/>
          </a:prstGeom>
          <a:noFill/>
        </p:spPr>
        <p:txBody>
          <a:bodyPr wrap="none" lIns="91440" tIns="45720" rIns="91440" bIns="45720">
            <a:spAutoFit/>
          </a:bodyPr>
          <a:lstStyle/>
          <a:p>
            <a:pPr algn="ctr"/>
            <a:r>
              <a:rPr lang="tr-TR" sz="3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Örnek sorular</a:t>
            </a:r>
          </a:p>
        </p:txBody>
      </p:sp>
    </p:spTree>
    <p:extLst>
      <p:ext uri="{BB962C8B-B14F-4D97-AF65-F5344CB8AC3E}">
        <p14:creationId xmlns:p14="http://schemas.microsoft.com/office/powerpoint/2010/main" val="3244019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62AEF0C-1D35-AA99-D908-C990F9164756}"/>
              </a:ext>
            </a:extLst>
          </p:cNvPr>
          <p:cNvSpPr>
            <a:spLocks noGrp="1"/>
          </p:cNvSpPr>
          <p:nvPr>
            <p:ph idx="1"/>
          </p:nvPr>
        </p:nvSpPr>
        <p:spPr>
          <a:xfrm>
            <a:off x="218910" y="129653"/>
            <a:ext cx="11736529" cy="6994478"/>
          </a:xfrm>
        </p:spPr>
        <p:txBody>
          <a:bodyPr>
            <a:normAutofit/>
          </a:bodyPr>
          <a:lstStyle/>
          <a:p>
            <a:r>
              <a:rPr lang="tr-TR" sz="2000" dirty="0">
                <a:highlight>
                  <a:srgbClr val="FFFF00"/>
                </a:highlight>
                <a:latin typeface="Cambria" panose="02040503050406030204" pitchFamily="18" charset="0"/>
                <a:ea typeface="Cambria" panose="02040503050406030204" pitchFamily="18" charset="0"/>
              </a:rPr>
              <a:t>Format (Format) Belirleme: </a:t>
            </a:r>
            <a:r>
              <a:rPr lang="tr-TR" sz="2000" dirty="0">
                <a:latin typeface="Cambria" panose="02040503050406030204" pitchFamily="18" charset="0"/>
                <a:ea typeface="Cambria" panose="02040503050406030204" pitchFamily="18" charset="0"/>
              </a:rPr>
              <a:t>paragraf, madde listesi, tablo veya belirli bir metin formatında yanıt üretmesini sağlar</a:t>
            </a:r>
          </a:p>
          <a:p>
            <a:r>
              <a:rPr lang="tr-TR" sz="2000" dirty="0">
                <a:solidFill>
                  <a:srgbClr val="FF0000"/>
                </a:solidFill>
                <a:latin typeface="Cambria" panose="02040503050406030204" pitchFamily="18" charset="0"/>
                <a:ea typeface="Cambria" panose="02040503050406030204" pitchFamily="18" charset="0"/>
              </a:rPr>
              <a:t>Örnekler</a:t>
            </a:r>
          </a:p>
          <a:p>
            <a:r>
              <a:rPr lang="tr-TR" sz="2000" dirty="0" err="1">
                <a:solidFill>
                  <a:schemeClr val="accent5"/>
                </a:solidFill>
                <a:latin typeface="Cambria" panose="02040503050406030204" pitchFamily="18" charset="0"/>
                <a:ea typeface="Cambria" panose="02040503050406030204" pitchFamily="18" charset="0"/>
              </a:rPr>
              <a:t>Prompt</a:t>
            </a:r>
            <a:r>
              <a:rPr lang="tr-TR" sz="2000" dirty="0">
                <a:solidFill>
                  <a:schemeClr val="accent5"/>
                </a:solidFill>
                <a:latin typeface="Cambria" panose="02040503050406030204" pitchFamily="18" charset="0"/>
                <a:ea typeface="Cambria" panose="02040503050406030204" pitchFamily="18" charset="0"/>
              </a:rPr>
              <a:t>: </a:t>
            </a:r>
            <a:r>
              <a:rPr lang="tr-TR" sz="2000" dirty="0">
                <a:latin typeface="Cambria" panose="02040503050406030204" pitchFamily="18" charset="0"/>
                <a:ea typeface="Cambria" panose="02040503050406030204" pitchFamily="18" charset="0"/>
              </a:rPr>
              <a:t>"Cevabı madde işaretli liste halinde ver."</a:t>
            </a:r>
          </a:p>
          <a:p>
            <a:r>
              <a:rPr lang="tr-TR" sz="2000" dirty="0">
                <a:solidFill>
                  <a:schemeClr val="accent5"/>
                </a:solidFill>
                <a:latin typeface="Cambria" panose="02040503050406030204" pitchFamily="18" charset="0"/>
                <a:ea typeface="Cambria" panose="02040503050406030204" pitchFamily="18" charset="0"/>
              </a:rPr>
              <a:t>Görev: </a:t>
            </a:r>
            <a:r>
              <a:rPr lang="tr-TR" sz="2000" dirty="0">
                <a:latin typeface="Cambria" panose="02040503050406030204" pitchFamily="18" charset="0"/>
                <a:ea typeface="Cambria" panose="02040503050406030204" pitchFamily="18" charset="0"/>
              </a:rPr>
              <a:t>8. sınıf öğrencileri için hazırlanan bir ders notunda, enerji türleri maddeler halinde sıralanmalı ve her maddenin altında kısa bir açıklama verilmelidir.</a:t>
            </a:r>
          </a:p>
          <a:p>
            <a:r>
              <a:rPr lang="tr-TR" sz="2000" dirty="0">
                <a:solidFill>
                  <a:schemeClr val="accent5"/>
                </a:solidFill>
                <a:latin typeface="Cambria" panose="02040503050406030204" pitchFamily="18" charset="0"/>
                <a:ea typeface="Cambria" panose="02040503050406030204" pitchFamily="18" charset="0"/>
              </a:rPr>
              <a:t>Format1</a:t>
            </a:r>
            <a:r>
              <a:rPr lang="tr-TR" sz="2000" dirty="0">
                <a:latin typeface="Cambria" panose="02040503050406030204" pitchFamily="18" charset="0"/>
                <a:ea typeface="Cambria" panose="02040503050406030204" pitchFamily="18" charset="0"/>
              </a:rPr>
              <a:t>: Madde listesi şeklinde olmalı. </a:t>
            </a:r>
            <a:r>
              <a:rPr lang="tr-TR" sz="2000" dirty="0">
                <a:solidFill>
                  <a:schemeClr val="accent5"/>
                </a:solidFill>
                <a:latin typeface="Cambria" panose="02040503050406030204" pitchFamily="18" charset="0"/>
                <a:ea typeface="Cambria" panose="02040503050406030204" pitchFamily="18" charset="0"/>
              </a:rPr>
              <a:t>Format2:</a:t>
            </a:r>
            <a:r>
              <a:rPr lang="tr-TR" sz="2000" dirty="0">
                <a:latin typeface="Cambria" panose="02040503050406030204" pitchFamily="18" charset="0"/>
                <a:ea typeface="Cambria" panose="02040503050406030204" pitchFamily="18" charset="0"/>
              </a:rPr>
              <a:t> Yanıt bir tablo halinde verilmelidir</a:t>
            </a:r>
          </a:p>
          <a:p>
            <a:r>
              <a:rPr lang="tr-TR" sz="2000" dirty="0">
                <a:highlight>
                  <a:srgbClr val="FFFF00"/>
                </a:highlight>
                <a:latin typeface="Cambria" panose="02040503050406030204" pitchFamily="18" charset="0"/>
                <a:ea typeface="Cambria" panose="02040503050406030204" pitchFamily="18" charset="0"/>
              </a:rPr>
              <a:t>Ton (</a:t>
            </a:r>
            <a:r>
              <a:rPr lang="tr-TR" sz="2000" dirty="0" err="1">
                <a:highlight>
                  <a:srgbClr val="FFFF00"/>
                </a:highlight>
                <a:latin typeface="Cambria" panose="02040503050406030204" pitchFamily="18" charset="0"/>
                <a:ea typeface="Cambria" panose="02040503050406030204" pitchFamily="18" charset="0"/>
              </a:rPr>
              <a:t>Tone</a:t>
            </a:r>
            <a:r>
              <a:rPr lang="tr-TR" sz="2000" dirty="0">
                <a:highlight>
                  <a:srgbClr val="FFFF00"/>
                </a:highlight>
                <a:latin typeface="Cambria" panose="02040503050406030204" pitchFamily="18" charset="0"/>
                <a:ea typeface="Cambria" panose="02040503050406030204" pitchFamily="18" charset="0"/>
              </a:rPr>
              <a:t>) Belirleme:</a:t>
            </a:r>
          </a:p>
          <a:p>
            <a:r>
              <a:rPr lang="tr-TR" sz="2000" dirty="0">
                <a:latin typeface="Cambria" panose="02040503050406030204" pitchFamily="18" charset="0"/>
                <a:ea typeface="Cambria" panose="02040503050406030204" pitchFamily="18" charset="0"/>
              </a:rPr>
              <a:t>yapay zekânın yanıt verirken kullanacağı üslubu ve ses tonunu tanımlayan bir tekniktir. Yanıtın ciddiyeti, resmiyeti veya samimiyeti, hitap edilen kitlenin yaşına, eğitim seviyesine ve bağlamına uygun olmalıdır. Örneğin, bir akademik makale için resmi bir ton kullanılırken, bir çocuk kitabı için daha eğlenceli ve sıcak bir üslup tercih edilir.</a:t>
            </a:r>
          </a:p>
          <a:p>
            <a:r>
              <a:rPr lang="tr-TR" sz="2000" dirty="0">
                <a:solidFill>
                  <a:srgbClr val="FF0000"/>
                </a:solidFill>
              </a:rPr>
              <a:t>Örnekler</a:t>
            </a:r>
          </a:p>
          <a:p>
            <a:r>
              <a:rPr lang="tr-TR" sz="2000" dirty="0" err="1">
                <a:solidFill>
                  <a:schemeClr val="accent5"/>
                </a:solidFill>
              </a:rPr>
              <a:t>Prompt</a:t>
            </a:r>
            <a:r>
              <a:rPr lang="tr-TR" sz="2000" dirty="0">
                <a:solidFill>
                  <a:schemeClr val="accent5"/>
                </a:solidFill>
              </a:rPr>
              <a:t>: </a:t>
            </a:r>
            <a:r>
              <a:rPr lang="tr-TR" sz="2000" dirty="0"/>
              <a:t>"Dostane ve öğretici bir tonda yaz."</a:t>
            </a:r>
          </a:p>
          <a:p>
            <a:r>
              <a:rPr lang="tr-TR" sz="2000" dirty="0">
                <a:solidFill>
                  <a:schemeClr val="accent5"/>
                </a:solidFill>
              </a:rPr>
              <a:t>Bağlam: </a:t>
            </a:r>
            <a:r>
              <a:rPr lang="tr-TR" sz="2000" dirty="0"/>
              <a:t>9. sınıf öğrencilerine yönelik bir fizik ders notu hazırlanıyor. </a:t>
            </a:r>
          </a:p>
          <a:p>
            <a:r>
              <a:rPr lang="tr-TR" sz="2000" dirty="0">
                <a:solidFill>
                  <a:schemeClr val="accent5"/>
                </a:solidFill>
              </a:rPr>
              <a:t>Görev: </a:t>
            </a:r>
            <a:r>
              <a:rPr lang="tr-TR" sz="2000" dirty="0"/>
              <a:t>Öğrencilerin ilgisini çekecek şekilde, samimi bir dille Newton'un 1. yasasını açıklayan bir paragraf yaz.</a:t>
            </a:r>
          </a:p>
          <a:p>
            <a:r>
              <a:rPr lang="tr-TR" sz="2000" dirty="0">
                <a:solidFill>
                  <a:schemeClr val="accent5"/>
                </a:solidFill>
              </a:rPr>
              <a:t>Ton: </a:t>
            </a:r>
            <a:r>
              <a:rPr lang="tr-TR" sz="2000" dirty="0"/>
              <a:t>Resmi olmayan, arkadaşça bir ton kullan.</a:t>
            </a:r>
          </a:p>
          <a:p>
            <a:endParaRPr lang="tr-TR" sz="2000" dirty="0">
              <a:latin typeface="Cambria" panose="02040503050406030204" pitchFamily="18" charset="0"/>
              <a:ea typeface="Cambria" panose="02040503050406030204" pitchFamily="18" charset="0"/>
            </a:endParaRPr>
          </a:p>
          <a:p>
            <a:endParaRPr lang="tr-TR" sz="2000" dirty="0">
              <a:latin typeface="Cambria" panose="02040503050406030204" pitchFamily="18" charset="0"/>
              <a:ea typeface="Cambria" panose="02040503050406030204" pitchFamily="18" charset="0"/>
            </a:endParaRPr>
          </a:p>
          <a:p>
            <a:endParaRPr lang="tr-T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27062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3E7FE862-36D6-9C78-2F20-44DC932855CA}"/>
              </a:ext>
            </a:extLst>
          </p:cNvPr>
          <p:cNvSpPr>
            <a:spLocks noGrp="1"/>
          </p:cNvSpPr>
          <p:nvPr>
            <p:ph type="title"/>
          </p:nvPr>
        </p:nvSpPr>
        <p:spPr>
          <a:xfrm>
            <a:off x="532809" y="175783"/>
            <a:ext cx="4366737" cy="547548"/>
          </a:xfrm>
        </p:spPr>
        <p:txBody>
          <a:bodyPr>
            <a:normAutofit/>
          </a:bodyPr>
          <a:lstStyle/>
          <a:p>
            <a:r>
              <a:rPr lang="tr-TR" sz="2800" dirty="0" err="1"/>
              <a:t>Prompt</a:t>
            </a:r>
            <a:r>
              <a:rPr lang="tr-TR" sz="2800" dirty="0"/>
              <a:t> Formüller</a:t>
            </a:r>
          </a:p>
        </p:txBody>
      </p:sp>
      <p:pic>
        <p:nvPicPr>
          <p:cNvPr id="6" name="İçerik Yer Tutucusu 5">
            <a:extLst>
              <a:ext uri="{FF2B5EF4-FFF2-40B4-BE49-F238E27FC236}">
                <a16:creationId xmlns:a16="http://schemas.microsoft.com/office/drawing/2014/main" id="{671E9438-7F70-D090-A13A-EF5E42ECEA16}"/>
              </a:ext>
            </a:extLst>
          </p:cNvPr>
          <p:cNvPicPr>
            <a:picLocks noGrp="1" noChangeAspect="1"/>
          </p:cNvPicPr>
          <p:nvPr>
            <p:ph idx="1"/>
          </p:nvPr>
        </p:nvPicPr>
        <p:blipFill>
          <a:blip r:embed="rId2"/>
          <a:stretch>
            <a:fillRect/>
          </a:stretch>
        </p:blipFill>
        <p:spPr>
          <a:xfrm>
            <a:off x="191615" y="622892"/>
            <a:ext cx="6086355" cy="3397633"/>
          </a:xfrm>
          <a:prstGeom prst="rect">
            <a:avLst/>
          </a:prstGeom>
        </p:spPr>
      </p:pic>
      <p:pic>
        <p:nvPicPr>
          <p:cNvPr id="12" name="Resim 11">
            <a:extLst>
              <a:ext uri="{FF2B5EF4-FFF2-40B4-BE49-F238E27FC236}">
                <a16:creationId xmlns:a16="http://schemas.microsoft.com/office/drawing/2014/main" id="{4452F658-02B6-EC8C-D36C-F028A881B51F}"/>
              </a:ext>
            </a:extLst>
          </p:cNvPr>
          <p:cNvPicPr>
            <a:picLocks noChangeAspect="1"/>
          </p:cNvPicPr>
          <p:nvPr/>
        </p:nvPicPr>
        <p:blipFill>
          <a:blip r:embed="rId3"/>
          <a:stretch>
            <a:fillRect/>
          </a:stretch>
        </p:blipFill>
        <p:spPr>
          <a:xfrm>
            <a:off x="191615" y="4020525"/>
            <a:ext cx="6405677" cy="2661692"/>
          </a:xfrm>
          <a:prstGeom prst="rect">
            <a:avLst/>
          </a:prstGeom>
        </p:spPr>
      </p:pic>
      <p:pic>
        <p:nvPicPr>
          <p:cNvPr id="14" name="Resim 13">
            <a:extLst>
              <a:ext uri="{FF2B5EF4-FFF2-40B4-BE49-F238E27FC236}">
                <a16:creationId xmlns:a16="http://schemas.microsoft.com/office/drawing/2014/main" id="{254B1974-4200-44EE-0FBD-0F2B598BF0E9}"/>
              </a:ext>
            </a:extLst>
          </p:cNvPr>
          <p:cNvPicPr>
            <a:picLocks noChangeAspect="1"/>
          </p:cNvPicPr>
          <p:nvPr/>
        </p:nvPicPr>
        <p:blipFill>
          <a:blip r:embed="rId4"/>
          <a:stretch>
            <a:fillRect/>
          </a:stretch>
        </p:blipFill>
        <p:spPr>
          <a:xfrm>
            <a:off x="6597292" y="873457"/>
            <a:ext cx="5594708" cy="5691116"/>
          </a:xfrm>
          <a:prstGeom prst="rect">
            <a:avLst/>
          </a:prstGeom>
        </p:spPr>
      </p:pic>
      <p:cxnSp>
        <p:nvCxnSpPr>
          <p:cNvPr id="16" name="Düz Bağlayıcı 15">
            <a:extLst>
              <a:ext uri="{FF2B5EF4-FFF2-40B4-BE49-F238E27FC236}">
                <a16:creationId xmlns:a16="http://schemas.microsoft.com/office/drawing/2014/main" id="{B6CB5F76-6EDA-C54B-503F-055417779494}"/>
              </a:ext>
            </a:extLst>
          </p:cNvPr>
          <p:cNvCxnSpPr/>
          <p:nvPr/>
        </p:nvCxnSpPr>
        <p:spPr>
          <a:xfrm>
            <a:off x="6428096" y="622892"/>
            <a:ext cx="0" cy="6059325"/>
          </a:xfrm>
          <a:prstGeom prst="line">
            <a:avLst/>
          </a:prstGeom>
        </p:spPr>
        <p:style>
          <a:lnRef idx="1">
            <a:schemeClr val="accent1"/>
          </a:lnRef>
          <a:fillRef idx="0">
            <a:schemeClr val="accent1"/>
          </a:fillRef>
          <a:effectRef idx="0">
            <a:schemeClr val="accent1"/>
          </a:effectRef>
          <a:fontRef idx="minor">
            <a:schemeClr val="tx1"/>
          </a:fontRef>
        </p:style>
      </p:cxnSp>
      <p:sp>
        <p:nvSpPr>
          <p:cNvPr id="20" name="Dikdörtgen 19">
            <a:extLst>
              <a:ext uri="{FF2B5EF4-FFF2-40B4-BE49-F238E27FC236}">
                <a16:creationId xmlns:a16="http://schemas.microsoft.com/office/drawing/2014/main" id="{48163E67-A367-002A-3EF0-348242AB6438}"/>
              </a:ext>
            </a:extLst>
          </p:cNvPr>
          <p:cNvSpPr/>
          <p:nvPr/>
        </p:nvSpPr>
        <p:spPr>
          <a:xfrm>
            <a:off x="1213614" y="449557"/>
            <a:ext cx="566181" cy="923330"/>
          </a:xfrm>
          <a:prstGeom prst="rect">
            <a:avLst/>
          </a:prstGeom>
          <a:noFill/>
        </p:spPr>
        <p:txBody>
          <a:bodyPr wrap="square" lIns="91440" tIns="45720" rIns="91440" bIns="45720">
            <a:spAutoFit/>
          </a:bodyPr>
          <a:lstStyle/>
          <a:p>
            <a:pPr algn="ctr"/>
            <a:r>
              <a:rPr lang="tr-TR" sz="5400" b="0" cap="none" spc="0" dirty="0">
                <a:ln w="0"/>
                <a:solidFill>
                  <a:schemeClr val="tx1"/>
                </a:solidFill>
                <a:effectLst>
                  <a:outerShdw blurRad="38100" dist="19050" dir="2700000" algn="tl" rotWithShape="0">
                    <a:schemeClr val="dk1">
                      <a:alpha val="40000"/>
                    </a:schemeClr>
                  </a:outerShdw>
                </a:effectLst>
              </a:rPr>
              <a:t>1</a:t>
            </a:r>
          </a:p>
        </p:txBody>
      </p:sp>
    </p:spTree>
    <p:extLst>
      <p:ext uri="{BB962C8B-B14F-4D97-AF65-F5344CB8AC3E}">
        <p14:creationId xmlns:p14="http://schemas.microsoft.com/office/powerpoint/2010/main" val="7295927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C23E19E1-B975-8205-8CA1-7D06265A94F7}"/>
              </a:ext>
            </a:extLst>
          </p:cNvPr>
          <p:cNvPicPr>
            <a:picLocks noGrp="1" noChangeAspect="1"/>
          </p:cNvPicPr>
          <p:nvPr>
            <p:ph idx="1"/>
          </p:nvPr>
        </p:nvPicPr>
        <p:blipFill>
          <a:blip r:embed="rId2"/>
          <a:stretch>
            <a:fillRect/>
          </a:stretch>
        </p:blipFill>
        <p:spPr>
          <a:xfrm>
            <a:off x="-108412" y="224411"/>
            <a:ext cx="6204412" cy="6409177"/>
          </a:xfrm>
          <a:prstGeom prst="rect">
            <a:avLst/>
          </a:prstGeom>
        </p:spPr>
      </p:pic>
      <p:pic>
        <p:nvPicPr>
          <p:cNvPr id="7" name="Resim 6">
            <a:extLst>
              <a:ext uri="{FF2B5EF4-FFF2-40B4-BE49-F238E27FC236}">
                <a16:creationId xmlns:a16="http://schemas.microsoft.com/office/drawing/2014/main" id="{81245CF4-EBE1-53C4-FB6B-5AA494CC4F6E}"/>
              </a:ext>
            </a:extLst>
          </p:cNvPr>
          <p:cNvPicPr>
            <a:picLocks noChangeAspect="1"/>
          </p:cNvPicPr>
          <p:nvPr/>
        </p:nvPicPr>
        <p:blipFill>
          <a:blip r:embed="rId3"/>
          <a:stretch>
            <a:fillRect/>
          </a:stretch>
        </p:blipFill>
        <p:spPr>
          <a:xfrm>
            <a:off x="6496334" y="1364776"/>
            <a:ext cx="5695666" cy="4394579"/>
          </a:xfrm>
          <a:prstGeom prst="rect">
            <a:avLst/>
          </a:prstGeom>
        </p:spPr>
      </p:pic>
      <p:cxnSp>
        <p:nvCxnSpPr>
          <p:cNvPr id="9" name="Düz Bağlayıcı 8">
            <a:extLst>
              <a:ext uri="{FF2B5EF4-FFF2-40B4-BE49-F238E27FC236}">
                <a16:creationId xmlns:a16="http://schemas.microsoft.com/office/drawing/2014/main" id="{52DFFAFD-5949-C115-81F2-54FCFB4007FD}"/>
              </a:ext>
            </a:extLst>
          </p:cNvPr>
          <p:cNvCxnSpPr>
            <a:cxnSpLocks/>
          </p:cNvCxnSpPr>
          <p:nvPr/>
        </p:nvCxnSpPr>
        <p:spPr>
          <a:xfrm>
            <a:off x="6250675" y="1364776"/>
            <a:ext cx="0" cy="4954137"/>
          </a:xfrm>
          <a:prstGeom prst="line">
            <a:avLst/>
          </a:prstGeom>
        </p:spPr>
        <p:style>
          <a:lnRef idx="1">
            <a:schemeClr val="accent1"/>
          </a:lnRef>
          <a:fillRef idx="0">
            <a:schemeClr val="accent1"/>
          </a:fillRef>
          <a:effectRef idx="0">
            <a:schemeClr val="accent1"/>
          </a:effectRef>
          <a:fontRef idx="minor">
            <a:schemeClr val="tx1"/>
          </a:fontRef>
        </p:style>
      </p:cxnSp>
      <p:sp>
        <p:nvSpPr>
          <p:cNvPr id="11" name="Dikdörtgen 10">
            <a:extLst>
              <a:ext uri="{FF2B5EF4-FFF2-40B4-BE49-F238E27FC236}">
                <a16:creationId xmlns:a16="http://schemas.microsoft.com/office/drawing/2014/main" id="{926E9B6D-A3DC-24A4-DCB1-BB7BD1CE9476}"/>
              </a:ext>
            </a:extLst>
          </p:cNvPr>
          <p:cNvSpPr/>
          <p:nvPr/>
        </p:nvSpPr>
        <p:spPr>
          <a:xfrm>
            <a:off x="858772" y="0"/>
            <a:ext cx="566181" cy="923330"/>
          </a:xfrm>
          <a:prstGeom prst="rect">
            <a:avLst/>
          </a:prstGeom>
          <a:noFill/>
        </p:spPr>
        <p:txBody>
          <a:bodyPr wrap="none" lIns="91440" tIns="45720" rIns="91440" bIns="45720">
            <a:spAutoFit/>
          </a:bodyPr>
          <a:lstStyle/>
          <a:p>
            <a:pPr algn="ctr"/>
            <a:r>
              <a:rPr lang="tr-TR" sz="5400" b="0" cap="none" spc="0" dirty="0">
                <a:ln w="0"/>
                <a:solidFill>
                  <a:schemeClr val="tx1"/>
                </a:solidFill>
                <a:effectLst>
                  <a:outerShdw blurRad="38100" dist="19050" dir="2700000" algn="tl" rotWithShape="0">
                    <a:schemeClr val="dk1">
                      <a:alpha val="40000"/>
                    </a:schemeClr>
                  </a:outerShdw>
                </a:effectLst>
              </a:rPr>
              <a:t>2</a:t>
            </a:r>
          </a:p>
        </p:txBody>
      </p:sp>
    </p:spTree>
    <p:extLst>
      <p:ext uri="{BB962C8B-B14F-4D97-AF65-F5344CB8AC3E}">
        <p14:creationId xmlns:p14="http://schemas.microsoft.com/office/powerpoint/2010/main" val="1557503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686CD8A7-C857-B1EF-A4E1-CF693D9C6AFA}"/>
              </a:ext>
            </a:extLst>
          </p:cNvPr>
          <p:cNvPicPr>
            <a:picLocks noGrp="1" noChangeAspect="1"/>
          </p:cNvPicPr>
          <p:nvPr>
            <p:ph idx="1"/>
          </p:nvPr>
        </p:nvPicPr>
        <p:blipFill>
          <a:blip r:embed="rId2"/>
          <a:stretch>
            <a:fillRect/>
          </a:stretch>
        </p:blipFill>
        <p:spPr>
          <a:xfrm>
            <a:off x="0" y="310344"/>
            <a:ext cx="6509982" cy="6237312"/>
          </a:xfrm>
          <a:prstGeom prst="rect">
            <a:avLst/>
          </a:prstGeom>
        </p:spPr>
      </p:pic>
      <p:pic>
        <p:nvPicPr>
          <p:cNvPr id="7" name="Resim 6">
            <a:extLst>
              <a:ext uri="{FF2B5EF4-FFF2-40B4-BE49-F238E27FC236}">
                <a16:creationId xmlns:a16="http://schemas.microsoft.com/office/drawing/2014/main" id="{719D4E1B-CD11-61B5-4E91-4705CE58B4CC}"/>
              </a:ext>
            </a:extLst>
          </p:cNvPr>
          <p:cNvPicPr>
            <a:picLocks noChangeAspect="1"/>
          </p:cNvPicPr>
          <p:nvPr/>
        </p:nvPicPr>
        <p:blipFill>
          <a:blip r:embed="rId3"/>
          <a:stretch>
            <a:fillRect/>
          </a:stretch>
        </p:blipFill>
        <p:spPr>
          <a:xfrm>
            <a:off x="6509982" y="1555489"/>
            <a:ext cx="5695666" cy="3985502"/>
          </a:xfrm>
          <a:prstGeom prst="rect">
            <a:avLst/>
          </a:prstGeom>
        </p:spPr>
      </p:pic>
      <p:cxnSp>
        <p:nvCxnSpPr>
          <p:cNvPr id="9" name="Düz Bağlayıcı 8">
            <a:extLst>
              <a:ext uri="{FF2B5EF4-FFF2-40B4-BE49-F238E27FC236}">
                <a16:creationId xmlns:a16="http://schemas.microsoft.com/office/drawing/2014/main" id="{6F69A50C-E0B8-8B2A-B0D6-3E8C8F9F7A4D}"/>
              </a:ext>
            </a:extLst>
          </p:cNvPr>
          <p:cNvCxnSpPr/>
          <p:nvPr/>
        </p:nvCxnSpPr>
        <p:spPr>
          <a:xfrm>
            <a:off x="6277970" y="1105469"/>
            <a:ext cx="0" cy="5063319"/>
          </a:xfrm>
          <a:prstGeom prst="line">
            <a:avLst/>
          </a:prstGeom>
        </p:spPr>
        <p:style>
          <a:lnRef idx="1">
            <a:schemeClr val="accent1"/>
          </a:lnRef>
          <a:fillRef idx="0">
            <a:schemeClr val="accent1"/>
          </a:fillRef>
          <a:effectRef idx="0">
            <a:schemeClr val="accent1"/>
          </a:effectRef>
          <a:fontRef idx="minor">
            <a:schemeClr val="tx1"/>
          </a:fontRef>
        </p:style>
      </p:cxnSp>
      <p:sp>
        <p:nvSpPr>
          <p:cNvPr id="10" name="Dikdörtgen 9">
            <a:extLst>
              <a:ext uri="{FF2B5EF4-FFF2-40B4-BE49-F238E27FC236}">
                <a16:creationId xmlns:a16="http://schemas.microsoft.com/office/drawing/2014/main" id="{126C3215-CACF-A1F5-7CC0-B0FB6FA0D4AA}"/>
              </a:ext>
            </a:extLst>
          </p:cNvPr>
          <p:cNvSpPr/>
          <p:nvPr/>
        </p:nvSpPr>
        <p:spPr>
          <a:xfrm>
            <a:off x="1118079" y="182139"/>
            <a:ext cx="566181" cy="923330"/>
          </a:xfrm>
          <a:prstGeom prst="rect">
            <a:avLst/>
          </a:prstGeom>
          <a:noFill/>
        </p:spPr>
        <p:txBody>
          <a:bodyPr wrap="none" lIns="91440" tIns="45720" rIns="91440" bIns="45720">
            <a:spAutoFit/>
          </a:bodyPr>
          <a:lstStyle/>
          <a:p>
            <a:pPr algn="ctr"/>
            <a:r>
              <a:rPr lang="tr-TR" sz="5400" b="0" cap="none" spc="0" dirty="0">
                <a:ln w="0"/>
                <a:solidFill>
                  <a:schemeClr val="tx1"/>
                </a:solidFill>
                <a:effectLst>
                  <a:outerShdw blurRad="38100" dist="19050" dir="2700000" algn="tl" rotWithShape="0">
                    <a:schemeClr val="dk1">
                      <a:alpha val="40000"/>
                    </a:schemeClr>
                  </a:outerShdw>
                </a:effectLst>
              </a:rPr>
              <a:t>3</a:t>
            </a:r>
          </a:p>
        </p:txBody>
      </p:sp>
    </p:spTree>
    <p:extLst>
      <p:ext uri="{BB962C8B-B14F-4D97-AF65-F5344CB8AC3E}">
        <p14:creationId xmlns:p14="http://schemas.microsoft.com/office/powerpoint/2010/main" val="3018850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34311D9C-C583-65F6-0544-CC6C0FC0DDEA}"/>
              </a:ext>
            </a:extLst>
          </p:cNvPr>
          <p:cNvPicPr>
            <a:picLocks noGrp="1" noChangeAspect="1"/>
          </p:cNvPicPr>
          <p:nvPr>
            <p:ph idx="1"/>
          </p:nvPr>
        </p:nvPicPr>
        <p:blipFill>
          <a:blip r:embed="rId2"/>
          <a:stretch>
            <a:fillRect/>
          </a:stretch>
        </p:blipFill>
        <p:spPr>
          <a:xfrm>
            <a:off x="163773" y="109182"/>
            <a:ext cx="5511509" cy="6619163"/>
          </a:xfrm>
          <a:prstGeom prst="rect">
            <a:avLst/>
          </a:prstGeom>
        </p:spPr>
      </p:pic>
      <p:pic>
        <p:nvPicPr>
          <p:cNvPr id="7" name="Resim 6">
            <a:extLst>
              <a:ext uri="{FF2B5EF4-FFF2-40B4-BE49-F238E27FC236}">
                <a16:creationId xmlns:a16="http://schemas.microsoft.com/office/drawing/2014/main" id="{D9C8816E-58A5-4C3F-C5EA-51DDFEC0C209}"/>
              </a:ext>
            </a:extLst>
          </p:cNvPr>
          <p:cNvPicPr>
            <a:picLocks noChangeAspect="1"/>
          </p:cNvPicPr>
          <p:nvPr/>
        </p:nvPicPr>
        <p:blipFill>
          <a:blip r:embed="rId3"/>
          <a:stretch>
            <a:fillRect/>
          </a:stretch>
        </p:blipFill>
        <p:spPr>
          <a:xfrm>
            <a:off x="5811761" y="1004103"/>
            <a:ext cx="6516718" cy="3909089"/>
          </a:xfrm>
          <a:prstGeom prst="rect">
            <a:avLst/>
          </a:prstGeom>
        </p:spPr>
      </p:pic>
      <p:cxnSp>
        <p:nvCxnSpPr>
          <p:cNvPr id="9" name="Düz Bağlayıcı 8">
            <a:extLst>
              <a:ext uri="{FF2B5EF4-FFF2-40B4-BE49-F238E27FC236}">
                <a16:creationId xmlns:a16="http://schemas.microsoft.com/office/drawing/2014/main" id="{AEEE0C85-40EC-1F92-1685-2AC064D61CDF}"/>
              </a:ext>
            </a:extLst>
          </p:cNvPr>
          <p:cNvCxnSpPr>
            <a:cxnSpLocks/>
          </p:cNvCxnSpPr>
          <p:nvPr/>
        </p:nvCxnSpPr>
        <p:spPr>
          <a:xfrm>
            <a:off x="5675282" y="668740"/>
            <a:ext cx="0" cy="5909481"/>
          </a:xfrm>
          <a:prstGeom prst="line">
            <a:avLst/>
          </a:prstGeom>
        </p:spPr>
        <p:style>
          <a:lnRef idx="1">
            <a:schemeClr val="accent1"/>
          </a:lnRef>
          <a:fillRef idx="0">
            <a:schemeClr val="accent1"/>
          </a:fillRef>
          <a:effectRef idx="0">
            <a:schemeClr val="accent1"/>
          </a:effectRef>
          <a:fontRef idx="minor">
            <a:schemeClr val="tx1"/>
          </a:fontRef>
        </p:style>
      </p:cxnSp>
      <p:sp>
        <p:nvSpPr>
          <p:cNvPr id="12" name="Dikdörtgen 11">
            <a:extLst>
              <a:ext uri="{FF2B5EF4-FFF2-40B4-BE49-F238E27FC236}">
                <a16:creationId xmlns:a16="http://schemas.microsoft.com/office/drawing/2014/main" id="{B092A0D1-8579-4661-C905-B7D37DCC7D26}"/>
              </a:ext>
            </a:extLst>
          </p:cNvPr>
          <p:cNvSpPr/>
          <p:nvPr/>
        </p:nvSpPr>
        <p:spPr>
          <a:xfrm>
            <a:off x="1036193" y="-103412"/>
            <a:ext cx="566181" cy="923330"/>
          </a:xfrm>
          <a:prstGeom prst="rect">
            <a:avLst/>
          </a:prstGeom>
          <a:noFill/>
        </p:spPr>
        <p:txBody>
          <a:bodyPr wrap="none" lIns="91440" tIns="45720" rIns="91440" bIns="45720">
            <a:spAutoFit/>
          </a:bodyPr>
          <a:lstStyle/>
          <a:p>
            <a:pPr algn="ctr"/>
            <a:r>
              <a:rPr lang="tr-TR" sz="5400" b="0" cap="none" spc="0" dirty="0">
                <a:ln w="0"/>
                <a:solidFill>
                  <a:schemeClr val="tx1"/>
                </a:solidFill>
                <a:effectLst>
                  <a:outerShdw blurRad="38100" dist="19050" dir="2700000" algn="tl" rotWithShape="0">
                    <a:schemeClr val="dk1">
                      <a:alpha val="40000"/>
                    </a:schemeClr>
                  </a:outerShdw>
                </a:effectLst>
              </a:rPr>
              <a:t>4</a:t>
            </a:r>
          </a:p>
        </p:txBody>
      </p:sp>
    </p:spTree>
    <p:extLst>
      <p:ext uri="{BB962C8B-B14F-4D97-AF65-F5344CB8AC3E}">
        <p14:creationId xmlns:p14="http://schemas.microsoft.com/office/powerpoint/2010/main" val="41796072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19D80B4A-C249-A064-54B4-21CC9B9ADE2C}"/>
              </a:ext>
            </a:extLst>
          </p:cNvPr>
          <p:cNvPicPr>
            <a:picLocks noGrp="1" noChangeAspect="1"/>
          </p:cNvPicPr>
          <p:nvPr>
            <p:ph idx="1"/>
          </p:nvPr>
        </p:nvPicPr>
        <p:blipFill>
          <a:blip r:embed="rId2"/>
          <a:stretch>
            <a:fillRect/>
          </a:stretch>
        </p:blipFill>
        <p:spPr>
          <a:xfrm>
            <a:off x="109182" y="182876"/>
            <a:ext cx="5254388" cy="6574785"/>
          </a:xfrm>
          <a:prstGeom prst="rect">
            <a:avLst/>
          </a:prstGeom>
        </p:spPr>
      </p:pic>
      <p:pic>
        <p:nvPicPr>
          <p:cNvPr id="7" name="Resim 6">
            <a:extLst>
              <a:ext uri="{FF2B5EF4-FFF2-40B4-BE49-F238E27FC236}">
                <a16:creationId xmlns:a16="http://schemas.microsoft.com/office/drawing/2014/main" id="{FFE8D17E-7E86-8327-A7C4-932005F837CD}"/>
              </a:ext>
            </a:extLst>
          </p:cNvPr>
          <p:cNvPicPr>
            <a:picLocks noChangeAspect="1"/>
          </p:cNvPicPr>
          <p:nvPr/>
        </p:nvPicPr>
        <p:blipFill>
          <a:blip r:embed="rId3"/>
          <a:stretch>
            <a:fillRect/>
          </a:stretch>
        </p:blipFill>
        <p:spPr>
          <a:xfrm>
            <a:off x="5594937" y="988608"/>
            <a:ext cx="6487882" cy="4525088"/>
          </a:xfrm>
          <a:prstGeom prst="rect">
            <a:avLst/>
          </a:prstGeom>
        </p:spPr>
      </p:pic>
      <p:cxnSp>
        <p:nvCxnSpPr>
          <p:cNvPr id="9" name="Düz Bağlayıcı 8">
            <a:extLst>
              <a:ext uri="{FF2B5EF4-FFF2-40B4-BE49-F238E27FC236}">
                <a16:creationId xmlns:a16="http://schemas.microsoft.com/office/drawing/2014/main" id="{EE78C9A6-110E-9555-A689-8800B3C9AEAD}"/>
              </a:ext>
            </a:extLst>
          </p:cNvPr>
          <p:cNvCxnSpPr/>
          <p:nvPr/>
        </p:nvCxnSpPr>
        <p:spPr>
          <a:xfrm>
            <a:off x="5363570" y="805218"/>
            <a:ext cx="0" cy="5472752"/>
          </a:xfrm>
          <a:prstGeom prst="line">
            <a:avLst/>
          </a:prstGeom>
        </p:spPr>
        <p:style>
          <a:lnRef idx="1">
            <a:schemeClr val="accent1"/>
          </a:lnRef>
          <a:fillRef idx="0">
            <a:schemeClr val="accent1"/>
          </a:fillRef>
          <a:effectRef idx="0">
            <a:schemeClr val="accent1"/>
          </a:effectRef>
          <a:fontRef idx="minor">
            <a:schemeClr val="tx1"/>
          </a:fontRef>
        </p:style>
      </p:cxnSp>
      <p:sp>
        <p:nvSpPr>
          <p:cNvPr id="10" name="Dikdörtgen 9">
            <a:extLst>
              <a:ext uri="{FF2B5EF4-FFF2-40B4-BE49-F238E27FC236}">
                <a16:creationId xmlns:a16="http://schemas.microsoft.com/office/drawing/2014/main" id="{8B5EE3C7-2BC0-DE50-1D85-5C69E5C765EC}"/>
              </a:ext>
            </a:extLst>
          </p:cNvPr>
          <p:cNvSpPr/>
          <p:nvPr/>
        </p:nvSpPr>
        <p:spPr>
          <a:xfrm>
            <a:off x="1008897" y="-118112"/>
            <a:ext cx="566181" cy="923330"/>
          </a:xfrm>
          <a:prstGeom prst="rect">
            <a:avLst/>
          </a:prstGeom>
          <a:noFill/>
        </p:spPr>
        <p:txBody>
          <a:bodyPr wrap="none" lIns="91440" tIns="45720" rIns="91440" bIns="45720">
            <a:spAutoFit/>
          </a:bodyPr>
          <a:lstStyle/>
          <a:p>
            <a:pPr algn="ctr"/>
            <a:r>
              <a:rPr lang="tr-TR" sz="5400" b="0" cap="none" spc="0" dirty="0">
                <a:ln w="0"/>
                <a:solidFill>
                  <a:schemeClr val="tx1"/>
                </a:solidFill>
                <a:effectLst>
                  <a:outerShdw blurRad="38100" dist="19050" dir="2700000" algn="tl" rotWithShape="0">
                    <a:schemeClr val="dk1">
                      <a:alpha val="40000"/>
                    </a:schemeClr>
                  </a:outerShdw>
                </a:effectLst>
              </a:rPr>
              <a:t>5</a:t>
            </a:r>
          </a:p>
        </p:txBody>
      </p:sp>
    </p:spTree>
    <p:extLst>
      <p:ext uri="{BB962C8B-B14F-4D97-AF65-F5344CB8AC3E}">
        <p14:creationId xmlns:p14="http://schemas.microsoft.com/office/powerpoint/2010/main" val="3802655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A767F300-6F12-2D96-59F3-8ADEEA084B95}"/>
              </a:ext>
            </a:extLst>
          </p:cNvPr>
          <p:cNvPicPr>
            <a:picLocks noGrp="1" noChangeAspect="1"/>
          </p:cNvPicPr>
          <p:nvPr>
            <p:ph idx="1"/>
          </p:nvPr>
        </p:nvPicPr>
        <p:blipFill>
          <a:blip r:embed="rId2"/>
          <a:stretch>
            <a:fillRect/>
          </a:stretch>
        </p:blipFill>
        <p:spPr>
          <a:xfrm>
            <a:off x="240885" y="672686"/>
            <a:ext cx="5512322" cy="3135040"/>
          </a:xfrm>
          <a:prstGeom prst="rect">
            <a:avLst/>
          </a:prstGeom>
        </p:spPr>
      </p:pic>
      <p:pic>
        <p:nvPicPr>
          <p:cNvPr id="7" name="Resim 6">
            <a:extLst>
              <a:ext uri="{FF2B5EF4-FFF2-40B4-BE49-F238E27FC236}">
                <a16:creationId xmlns:a16="http://schemas.microsoft.com/office/drawing/2014/main" id="{2A35D794-AA42-35A3-BE1F-4AD323C49839}"/>
              </a:ext>
            </a:extLst>
          </p:cNvPr>
          <p:cNvPicPr>
            <a:picLocks noChangeAspect="1"/>
          </p:cNvPicPr>
          <p:nvPr/>
        </p:nvPicPr>
        <p:blipFill>
          <a:blip r:embed="rId3"/>
          <a:stretch>
            <a:fillRect/>
          </a:stretch>
        </p:blipFill>
        <p:spPr>
          <a:xfrm>
            <a:off x="345518" y="4075990"/>
            <a:ext cx="5750482" cy="1833491"/>
          </a:xfrm>
          <a:prstGeom prst="rect">
            <a:avLst/>
          </a:prstGeom>
        </p:spPr>
      </p:pic>
      <p:pic>
        <p:nvPicPr>
          <p:cNvPr id="9" name="Resim 8">
            <a:extLst>
              <a:ext uri="{FF2B5EF4-FFF2-40B4-BE49-F238E27FC236}">
                <a16:creationId xmlns:a16="http://schemas.microsoft.com/office/drawing/2014/main" id="{28A2DC92-0A8B-9E46-3787-5678C5B3A5F7}"/>
              </a:ext>
            </a:extLst>
          </p:cNvPr>
          <p:cNvPicPr>
            <a:picLocks noChangeAspect="1"/>
          </p:cNvPicPr>
          <p:nvPr/>
        </p:nvPicPr>
        <p:blipFill>
          <a:blip r:embed="rId4"/>
          <a:stretch>
            <a:fillRect/>
          </a:stretch>
        </p:blipFill>
        <p:spPr>
          <a:xfrm>
            <a:off x="6318913" y="1378193"/>
            <a:ext cx="5539137" cy="4394810"/>
          </a:xfrm>
          <a:prstGeom prst="rect">
            <a:avLst/>
          </a:prstGeom>
        </p:spPr>
      </p:pic>
      <p:cxnSp>
        <p:nvCxnSpPr>
          <p:cNvPr id="11" name="Düz Bağlayıcı 10">
            <a:extLst>
              <a:ext uri="{FF2B5EF4-FFF2-40B4-BE49-F238E27FC236}">
                <a16:creationId xmlns:a16="http://schemas.microsoft.com/office/drawing/2014/main" id="{CFB202C5-9C0C-77FB-0CFC-8FB4E3B47A4B}"/>
              </a:ext>
            </a:extLst>
          </p:cNvPr>
          <p:cNvCxnSpPr/>
          <p:nvPr/>
        </p:nvCxnSpPr>
        <p:spPr>
          <a:xfrm>
            <a:off x="5854890" y="859809"/>
            <a:ext cx="0" cy="4913194"/>
          </a:xfrm>
          <a:prstGeom prst="line">
            <a:avLst/>
          </a:prstGeom>
        </p:spPr>
        <p:style>
          <a:lnRef idx="1">
            <a:schemeClr val="accent1"/>
          </a:lnRef>
          <a:fillRef idx="0">
            <a:schemeClr val="accent1"/>
          </a:fillRef>
          <a:effectRef idx="0">
            <a:schemeClr val="accent1"/>
          </a:effectRef>
          <a:fontRef idx="minor">
            <a:schemeClr val="tx1"/>
          </a:fontRef>
        </p:style>
      </p:cxnSp>
      <p:sp>
        <p:nvSpPr>
          <p:cNvPr id="12" name="Dikdörtgen 11">
            <a:extLst>
              <a:ext uri="{FF2B5EF4-FFF2-40B4-BE49-F238E27FC236}">
                <a16:creationId xmlns:a16="http://schemas.microsoft.com/office/drawing/2014/main" id="{5E1EE598-5E1D-D157-7D17-90D19766B3F7}"/>
              </a:ext>
            </a:extLst>
          </p:cNvPr>
          <p:cNvSpPr/>
          <p:nvPr/>
        </p:nvSpPr>
        <p:spPr>
          <a:xfrm>
            <a:off x="1309148" y="398144"/>
            <a:ext cx="566181" cy="923330"/>
          </a:xfrm>
          <a:prstGeom prst="rect">
            <a:avLst/>
          </a:prstGeom>
          <a:noFill/>
        </p:spPr>
        <p:txBody>
          <a:bodyPr wrap="none" lIns="91440" tIns="45720" rIns="91440" bIns="45720">
            <a:spAutoFit/>
          </a:bodyPr>
          <a:lstStyle/>
          <a:p>
            <a:pPr algn="ctr"/>
            <a:r>
              <a:rPr lang="tr-TR" sz="5400" b="0" cap="none" spc="0" dirty="0">
                <a:ln w="0"/>
                <a:solidFill>
                  <a:schemeClr val="tx1"/>
                </a:solidFill>
                <a:effectLst>
                  <a:outerShdw blurRad="38100" dist="19050" dir="2700000" algn="tl" rotWithShape="0">
                    <a:schemeClr val="dk1">
                      <a:alpha val="40000"/>
                    </a:schemeClr>
                  </a:outerShdw>
                </a:effectLst>
              </a:rPr>
              <a:t>6</a:t>
            </a:r>
          </a:p>
        </p:txBody>
      </p:sp>
    </p:spTree>
    <p:extLst>
      <p:ext uri="{BB962C8B-B14F-4D97-AF65-F5344CB8AC3E}">
        <p14:creationId xmlns:p14="http://schemas.microsoft.com/office/powerpoint/2010/main" val="7308290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CE7E833D-A06A-6C3D-17B8-77A1B1C5B2E1}"/>
              </a:ext>
            </a:extLst>
          </p:cNvPr>
          <p:cNvPicPr>
            <a:picLocks noGrp="1" noChangeAspect="1"/>
          </p:cNvPicPr>
          <p:nvPr>
            <p:ph idx="1"/>
          </p:nvPr>
        </p:nvPicPr>
        <p:blipFill>
          <a:blip r:embed="rId2"/>
          <a:stretch>
            <a:fillRect/>
          </a:stretch>
        </p:blipFill>
        <p:spPr>
          <a:xfrm>
            <a:off x="150126" y="796108"/>
            <a:ext cx="5457128" cy="2837164"/>
          </a:xfrm>
          <a:prstGeom prst="rect">
            <a:avLst/>
          </a:prstGeom>
        </p:spPr>
      </p:pic>
      <p:pic>
        <p:nvPicPr>
          <p:cNvPr id="7" name="Resim 6">
            <a:extLst>
              <a:ext uri="{FF2B5EF4-FFF2-40B4-BE49-F238E27FC236}">
                <a16:creationId xmlns:a16="http://schemas.microsoft.com/office/drawing/2014/main" id="{F0EC5FFA-88FF-3209-742D-048ABA938DC0}"/>
              </a:ext>
            </a:extLst>
          </p:cNvPr>
          <p:cNvPicPr>
            <a:picLocks noChangeAspect="1"/>
          </p:cNvPicPr>
          <p:nvPr/>
        </p:nvPicPr>
        <p:blipFill>
          <a:blip r:embed="rId3"/>
          <a:stretch>
            <a:fillRect/>
          </a:stretch>
        </p:blipFill>
        <p:spPr>
          <a:xfrm>
            <a:off x="250279" y="3428999"/>
            <a:ext cx="5354615" cy="1798093"/>
          </a:xfrm>
          <a:prstGeom prst="rect">
            <a:avLst/>
          </a:prstGeom>
        </p:spPr>
      </p:pic>
      <p:pic>
        <p:nvPicPr>
          <p:cNvPr id="9" name="Resim 8">
            <a:extLst>
              <a:ext uri="{FF2B5EF4-FFF2-40B4-BE49-F238E27FC236}">
                <a16:creationId xmlns:a16="http://schemas.microsoft.com/office/drawing/2014/main" id="{24AD39FA-AAEB-DCA3-15CA-3FF8FD3D09A7}"/>
              </a:ext>
            </a:extLst>
          </p:cNvPr>
          <p:cNvPicPr>
            <a:picLocks noChangeAspect="1"/>
          </p:cNvPicPr>
          <p:nvPr/>
        </p:nvPicPr>
        <p:blipFill>
          <a:blip r:embed="rId4"/>
          <a:stretch>
            <a:fillRect/>
          </a:stretch>
        </p:blipFill>
        <p:spPr>
          <a:xfrm>
            <a:off x="5748244" y="1220394"/>
            <a:ext cx="6443755" cy="2587332"/>
          </a:xfrm>
          <a:prstGeom prst="rect">
            <a:avLst/>
          </a:prstGeom>
        </p:spPr>
      </p:pic>
      <p:sp>
        <p:nvSpPr>
          <p:cNvPr id="10" name="Dikdörtgen 9">
            <a:extLst>
              <a:ext uri="{FF2B5EF4-FFF2-40B4-BE49-F238E27FC236}">
                <a16:creationId xmlns:a16="http://schemas.microsoft.com/office/drawing/2014/main" id="{4D21839D-E211-C304-4065-555F4FAF0A82}"/>
              </a:ext>
            </a:extLst>
          </p:cNvPr>
          <p:cNvSpPr/>
          <p:nvPr/>
        </p:nvSpPr>
        <p:spPr>
          <a:xfrm>
            <a:off x="1104431" y="510738"/>
            <a:ext cx="566181" cy="923330"/>
          </a:xfrm>
          <a:prstGeom prst="rect">
            <a:avLst/>
          </a:prstGeom>
          <a:noFill/>
        </p:spPr>
        <p:txBody>
          <a:bodyPr wrap="none" lIns="91440" tIns="45720" rIns="91440" bIns="45720">
            <a:spAutoFit/>
          </a:bodyPr>
          <a:lstStyle/>
          <a:p>
            <a:pPr algn="ctr"/>
            <a:r>
              <a:rPr lang="tr-TR" sz="5400" b="0" cap="none" spc="0" dirty="0">
                <a:ln w="0"/>
                <a:solidFill>
                  <a:schemeClr val="tx1"/>
                </a:solidFill>
                <a:effectLst>
                  <a:outerShdw blurRad="38100" dist="19050" dir="2700000" algn="tl" rotWithShape="0">
                    <a:schemeClr val="dk1">
                      <a:alpha val="40000"/>
                    </a:schemeClr>
                  </a:outerShdw>
                </a:effectLst>
              </a:rPr>
              <a:t>7</a:t>
            </a:r>
          </a:p>
        </p:txBody>
      </p:sp>
    </p:spTree>
    <p:extLst>
      <p:ext uri="{BB962C8B-B14F-4D97-AF65-F5344CB8AC3E}">
        <p14:creationId xmlns:p14="http://schemas.microsoft.com/office/powerpoint/2010/main" val="26929945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B5AFC092-1BB7-1504-0827-3A6B0AF37B4E}"/>
              </a:ext>
            </a:extLst>
          </p:cNvPr>
          <p:cNvPicPr>
            <a:picLocks noGrp="1" noChangeAspect="1"/>
          </p:cNvPicPr>
          <p:nvPr>
            <p:ph idx="1"/>
          </p:nvPr>
        </p:nvPicPr>
        <p:blipFill>
          <a:blip r:embed="rId2"/>
          <a:stretch>
            <a:fillRect/>
          </a:stretch>
        </p:blipFill>
        <p:spPr>
          <a:xfrm>
            <a:off x="0" y="-225029"/>
            <a:ext cx="5560757" cy="1398079"/>
          </a:xfrm>
          <a:prstGeom prst="rect">
            <a:avLst/>
          </a:prstGeom>
        </p:spPr>
      </p:pic>
      <p:pic>
        <p:nvPicPr>
          <p:cNvPr id="7" name="Resim 6">
            <a:extLst>
              <a:ext uri="{FF2B5EF4-FFF2-40B4-BE49-F238E27FC236}">
                <a16:creationId xmlns:a16="http://schemas.microsoft.com/office/drawing/2014/main" id="{1228C696-6392-65E0-55BC-B390BD21524A}"/>
              </a:ext>
            </a:extLst>
          </p:cNvPr>
          <p:cNvPicPr>
            <a:picLocks noChangeAspect="1"/>
          </p:cNvPicPr>
          <p:nvPr/>
        </p:nvPicPr>
        <p:blipFill>
          <a:blip r:embed="rId3"/>
          <a:stretch>
            <a:fillRect/>
          </a:stretch>
        </p:blipFill>
        <p:spPr>
          <a:xfrm>
            <a:off x="95533" y="1269241"/>
            <a:ext cx="5465223" cy="3049583"/>
          </a:xfrm>
          <a:prstGeom prst="rect">
            <a:avLst/>
          </a:prstGeom>
        </p:spPr>
      </p:pic>
      <p:pic>
        <p:nvPicPr>
          <p:cNvPr id="9" name="Resim 8">
            <a:extLst>
              <a:ext uri="{FF2B5EF4-FFF2-40B4-BE49-F238E27FC236}">
                <a16:creationId xmlns:a16="http://schemas.microsoft.com/office/drawing/2014/main" id="{A90D8CAB-158F-28B7-641C-46320D783A75}"/>
              </a:ext>
            </a:extLst>
          </p:cNvPr>
          <p:cNvPicPr>
            <a:picLocks noChangeAspect="1"/>
          </p:cNvPicPr>
          <p:nvPr/>
        </p:nvPicPr>
        <p:blipFill>
          <a:blip r:embed="rId4"/>
          <a:stretch>
            <a:fillRect/>
          </a:stretch>
        </p:blipFill>
        <p:spPr>
          <a:xfrm>
            <a:off x="95534" y="4510549"/>
            <a:ext cx="6359857" cy="2081320"/>
          </a:xfrm>
          <a:prstGeom prst="rect">
            <a:avLst/>
          </a:prstGeom>
        </p:spPr>
      </p:pic>
      <p:pic>
        <p:nvPicPr>
          <p:cNvPr id="11" name="Resim 10">
            <a:extLst>
              <a:ext uri="{FF2B5EF4-FFF2-40B4-BE49-F238E27FC236}">
                <a16:creationId xmlns:a16="http://schemas.microsoft.com/office/drawing/2014/main" id="{7E235BD5-AAF1-BC8C-C098-F176D6A041BB}"/>
              </a:ext>
            </a:extLst>
          </p:cNvPr>
          <p:cNvPicPr>
            <a:picLocks noChangeAspect="1"/>
          </p:cNvPicPr>
          <p:nvPr/>
        </p:nvPicPr>
        <p:blipFill>
          <a:blip r:embed="rId5"/>
          <a:stretch>
            <a:fillRect/>
          </a:stretch>
        </p:blipFill>
        <p:spPr>
          <a:xfrm>
            <a:off x="5832143" y="2576033"/>
            <a:ext cx="6359857" cy="1705934"/>
          </a:xfrm>
          <a:prstGeom prst="rect">
            <a:avLst/>
          </a:prstGeom>
        </p:spPr>
      </p:pic>
    </p:spTree>
    <p:extLst>
      <p:ext uri="{BB962C8B-B14F-4D97-AF65-F5344CB8AC3E}">
        <p14:creationId xmlns:p14="http://schemas.microsoft.com/office/powerpoint/2010/main" val="28629595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B8C01D-6316-0897-366C-761167525782}"/>
              </a:ext>
            </a:extLst>
          </p:cNvPr>
          <p:cNvSpPr>
            <a:spLocks noGrp="1"/>
          </p:cNvSpPr>
          <p:nvPr>
            <p:ph type="title"/>
          </p:nvPr>
        </p:nvSpPr>
        <p:spPr>
          <a:xfrm>
            <a:off x="521140" y="107544"/>
            <a:ext cx="5363024" cy="670378"/>
          </a:xfrm>
        </p:spPr>
        <p:txBody>
          <a:bodyPr>
            <a:normAutofit/>
          </a:bodyPr>
          <a:lstStyle/>
          <a:p>
            <a:r>
              <a:rPr lang="tr-TR" sz="2800" dirty="0" err="1">
                <a:latin typeface="Cambria" panose="02040503050406030204" pitchFamily="18" charset="0"/>
                <a:ea typeface="Cambria" panose="02040503050406030204" pitchFamily="18" charset="0"/>
              </a:rPr>
              <a:t>Shot</a:t>
            </a:r>
            <a:r>
              <a:rPr lang="tr-TR" sz="2800" dirty="0">
                <a:latin typeface="Cambria" panose="02040503050406030204" pitchFamily="18" charset="0"/>
                <a:ea typeface="Cambria" panose="02040503050406030204" pitchFamily="18" charset="0"/>
              </a:rPr>
              <a:t> </a:t>
            </a:r>
            <a:r>
              <a:rPr lang="tr-TR" sz="2800" dirty="0" err="1">
                <a:latin typeface="Cambria" panose="02040503050406030204" pitchFamily="18" charset="0"/>
                <a:ea typeface="Cambria" panose="02040503050406030204" pitchFamily="18" charset="0"/>
              </a:rPr>
              <a:t>Prompting</a:t>
            </a:r>
            <a:r>
              <a:rPr lang="tr-TR" sz="2800" dirty="0">
                <a:latin typeface="Cambria" panose="02040503050406030204" pitchFamily="18" charset="0"/>
                <a:ea typeface="Cambria" panose="02040503050406030204" pitchFamily="18" charset="0"/>
              </a:rPr>
              <a:t>: Nedir?</a:t>
            </a:r>
          </a:p>
        </p:txBody>
      </p:sp>
      <p:sp>
        <p:nvSpPr>
          <p:cNvPr id="3" name="İçerik Yer Tutucusu 2">
            <a:extLst>
              <a:ext uri="{FF2B5EF4-FFF2-40B4-BE49-F238E27FC236}">
                <a16:creationId xmlns:a16="http://schemas.microsoft.com/office/drawing/2014/main" id="{6A35A60A-2124-2438-405A-B230911BDA75}"/>
              </a:ext>
            </a:extLst>
          </p:cNvPr>
          <p:cNvSpPr>
            <a:spLocks noGrp="1"/>
          </p:cNvSpPr>
          <p:nvPr>
            <p:ph idx="1"/>
          </p:nvPr>
        </p:nvSpPr>
        <p:spPr>
          <a:xfrm>
            <a:off x="521140" y="694478"/>
            <a:ext cx="10397069" cy="901732"/>
          </a:xfrm>
        </p:spPr>
        <p:txBody>
          <a:bodyPr/>
          <a:lstStyle/>
          <a:p>
            <a:r>
              <a:rPr lang="tr-TR" dirty="0"/>
              <a:t>genellikle birkaç  kelime veya cümleyle yapılır ve modelin doğru ve tutarlı yanıtlar </a:t>
            </a:r>
          </a:p>
          <a:p>
            <a:r>
              <a:rPr lang="tr-TR" dirty="0"/>
              <a:t>üretmesine yardımcı olur</a:t>
            </a:r>
          </a:p>
        </p:txBody>
      </p:sp>
      <p:pic>
        <p:nvPicPr>
          <p:cNvPr id="5" name="Resim 4">
            <a:extLst>
              <a:ext uri="{FF2B5EF4-FFF2-40B4-BE49-F238E27FC236}">
                <a16:creationId xmlns:a16="http://schemas.microsoft.com/office/drawing/2014/main" id="{30385422-3A4D-23DA-6B46-5C674CEF3872}"/>
              </a:ext>
            </a:extLst>
          </p:cNvPr>
          <p:cNvPicPr>
            <a:picLocks noChangeAspect="1"/>
          </p:cNvPicPr>
          <p:nvPr/>
        </p:nvPicPr>
        <p:blipFill>
          <a:blip r:embed="rId2"/>
          <a:stretch>
            <a:fillRect/>
          </a:stretch>
        </p:blipFill>
        <p:spPr>
          <a:xfrm>
            <a:off x="174295" y="1694535"/>
            <a:ext cx="5921705" cy="711804"/>
          </a:xfrm>
          <a:prstGeom prst="rect">
            <a:avLst/>
          </a:prstGeom>
          <a:ln w="38100">
            <a:solidFill>
              <a:srgbClr val="FF0000"/>
            </a:solidFill>
          </a:ln>
        </p:spPr>
      </p:pic>
      <p:pic>
        <p:nvPicPr>
          <p:cNvPr id="7" name="Resim 6">
            <a:extLst>
              <a:ext uri="{FF2B5EF4-FFF2-40B4-BE49-F238E27FC236}">
                <a16:creationId xmlns:a16="http://schemas.microsoft.com/office/drawing/2014/main" id="{D3D35368-4BC3-FA1E-574A-E9013CC1FE8E}"/>
              </a:ext>
            </a:extLst>
          </p:cNvPr>
          <p:cNvPicPr>
            <a:picLocks noChangeAspect="1"/>
          </p:cNvPicPr>
          <p:nvPr/>
        </p:nvPicPr>
        <p:blipFill>
          <a:blip r:embed="rId3"/>
          <a:stretch>
            <a:fillRect/>
          </a:stretch>
        </p:blipFill>
        <p:spPr>
          <a:xfrm>
            <a:off x="0" y="2419619"/>
            <a:ext cx="6656422" cy="901732"/>
          </a:xfrm>
          <a:prstGeom prst="rect">
            <a:avLst/>
          </a:prstGeom>
        </p:spPr>
      </p:pic>
      <p:pic>
        <p:nvPicPr>
          <p:cNvPr id="9" name="Resim 8">
            <a:extLst>
              <a:ext uri="{FF2B5EF4-FFF2-40B4-BE49-F238E27FC236}">
                <a16:creationId xmlns:a16="http://schemas.microsoft.com/office/drawing/2014/main" id="{01CD9660-63C6-B274-8ACD-9A3BBC7C6730}"/>
              </a:ext>
            </a:extLst>
          </p:cNvPr>
          <p:cNvPicPr>
            <a:picLocks noChangeAspect="1"/>
          </p:cNvPicPr>
          <p:nvPr/>
        </p:nvPicPr>
        <p:blipFill>
          <a:blip r:embed="rId4"/>
          <a:stretch>
            <a:fillRect/>
          </a:stretch>
        </p:blipFill>
        <p:spPr>
          <a:xfrm>
            <a:off x="62686" y="3350389"/>
            <a:ext cx="5946719" cy="901732"/>
          </a:xfrm>
          <a:prstGeom prst="rect">
            <a:avLst/>
          </a:prstGeom>
          <a:ln w="28575">
            <a:solidFill>
              <a:srgbClr val="0070C0"/>
            </a:solidFill>
          </a:ln>
        </p:spPr>
      </p:pic>
      <p:pic>
        <p:nvPicPr>
          <p:cNvPr id="11" name="Resim 10">
            <a:extLst>
              <a:ext uri="{FF2B5EF4-FFF2-40B4-BE49-F238E27FC236}">
                <a16:creationId xmlns:a16="http://schemas.microsoft.com/office/drawing/2014/main" id="{4BFF321F-FD2B-A928-F9A6-F709CA95B428}"/>
              </a:ext>
            </a:extLst>
          </p:cNvPr>
          <p:cNvPicPr>
            <a:picLocks noChangeAspect="1"/>
          </p:cNvPicPr>
          <p:nvPr/>
        </p:nvPicPr>
        <p:blipFill>
          <a:blip r:embed="rId5"/>
          <a:stretch>
            <a:fillRect/>
          </a:stretch>
        </p:blipFill>
        <p:spPr>
          <a:xfrm>
            <a:off x="65360" y="4223083"/>
            <a:ext cx="5860125" cy="578199"/>
          </a:xfrm>
          <a:prstGeom prst="rect">
            <a:avLst/>
          </a:prstGeom>
        </p:spPr>
      </p:pic>
      <p:pic>
        <p:nvPicPr>
          <p:cNvPr id="13" name="Resim 12">
            <a:extLst>
              <a:ext uri="{FF2B5EF4-FFF2-40B4-BE49-F238E27FC236}">
                <a16:creationId xmlns:a16="http://schemas.microsoft.com/office/drawing/2014/main" id="{35B31FB9-BC23-EB95-F87E-E0B11B02CE34}"/>
              </a:ext>
            </a:extLst>
          </p:cNvPr>
          <p:cNvPicPr>
            <a:picLocks noChangeAspect="1"/>
          </p:cNvPicPr>
          <p:nvPr/>
        </p:nvPicPr>
        <p:blipFill>
          <a:blip r:embed="rId6"/>
          <a:stretch>
            <a:fillRect/>
          </a:stretch>
        </p:blipFill>
        <p:spPr>
          <a:xfrm>
            <a:off x="769758" y="4792178"/>
            <a:ext cx="5239647" cy="734218"/>
          </a:xfrm>
          <a:prstGeom prst="rect">
            <a:avLst/>
          </a:prstGeom>
          <a:ln w="28575">
            <a:solidFill>
              <a:srgbClr val="7030A0"/>
            </a:solidFill>
          </a:ln>
        </p:spPr>
      </p:pic>
      <p:pic>
        <p:nvPicPr>
          <p:cNvPr id="15" name="Resim 14">
            <a:extLst>
              <a:ext uri="{FF2B5EF4-FFF2-40B4-BE49-F238E27FC236}">
                <a16:creationId xmlns:a16="http://schemas.microsoft.com/office/drawing/2014/main" id="{80C5079F-1A4E-EF21-FD09-EC2DF307900F}"/>
              </a:ext>
            </a:extLst>
          </p:cNvPr>
          <p:cNvPicPr>
            <a:picLocks noChangeAspect="1"/>
          </p:cNvPicPr>
          <p:nvPr/>
        </p:nvPicPr>
        <p:blipFill>
          <a:blip r:embed="rId7"/>
          <a:stretch>
            <a:fillRect/>
          </a:stretch>
        </p:blipFill>
        <p:spPr>
          <a:xfrm>
            <a:off x="62686" y="5634021"/>
            <a:ext cx="6282827" cy="864864"/>
          </a:xfrm>
          <a:prstGeom prst="rect">
            <a:avLst/>
          </a:prstGeom>
        </p:spPr>
      </p:pic>
      <p:pic>
        <p:nvPicPr>
          <p:cNvPr id="17" name="Resim 16">
            <a:extLst>
              <a:ext uri="{FF2B5EF4-FFF2-40B4-BE49-F238E27FC236}">
                <a16:creationId xmlns:a16="http://schemas.microsoft.com/office/drawing/2014/main" id="{177241EB-4D06-6943-2A93-72B1500EEABD}"/>
              </a:ext>
            </a:extLst>
          </p:cNvPr>
          <p:cNvPicPr>
            <a:picLocks noChangeAspect="1"/>
          </p:cNvPicPr>
          <p:nvPr/>
        </p:nvPicPr>
        <p:blipFill>
          <a:blip r:embed="rId8"/>
          <a:stretch>
            <a:fillRect/>
          </a:stretch>
        </p:blipFill>
        <p:spPr>
          <a:xfrm>
            <a:off x="6656422" y="1389308"/>
            <a:ext cx="4748109" cy="657768"/>
          </a:xfrm>
          <a:prstGeom prst="rect">
            <a:avLst/>
          </a:prstGeom>
          <a:ln w="28575">
            <a:solidFill>
              <a:srgbClr val="FFFF00"/>
            </a:solidFill>
          </a:ln>
        </p:spPr>
      </p:pic>
      <p:pic>
        <p:nvPicPr>
          <p:cNvPr id="19" name="Resim 18">
            <a:extLst>
              <a:ext uri="{FF2B5EF4-FFF2-40B4-BE49-F238E27FC236}">
                <a16:creationId xmlns:a16="http://schemas.microsoft.com/office/drawing/2014/main" id="{848F707E-403A-4026-35AD-1CE852C32BCD}"/>
              </a:ext>
            </a:extLst>
          </p:cNvPr>
          <p:cNvPicPr>
            <a:picLocks noChangeAspect="1"/>
          </p:cNvPicPr>
          <p:nvPr/>
        </p:nvPicPr>
        <p:blipFill>
          <a:blip r:embed="rId9"/>
          <a:stretch>
            <a:fillRect/>
          </a:stretch>
        </p:blipFill>
        <p:spPr>
          <a:xfrm>
            <a:off x="6504233" y="2130520"/>
            <a:ext cx="5687767" cy="901732"/>
          </a:xfrm>
          <a:prstGeom prst="rect">
            <a:avLst/>
          </a:prstGeom>
        </p:spPr>
      </p:pic>
      <p:pic>
        <p:nvPicPr>
          <p:cNvPr id="21" name="Resim 20">
            <a:extLst>
              <a:ext uri="{FF2B5EF4-FFF2-40B4-BE49-F238E27FC236}">
                <a16:creationId xmlns:a16="http://schemas.microsoft.com/office/drawing/2014/main" id="{33A4B2C5-310F-0DF7-6BDE-701268113A75}"/>
              </a:ext>
            </a:extLst>
          </p:cNvPr>
          <p:cNvPicPr>
            <a:picLocks noChangeAspect="1"/>
          </p:cNvPicPr>
          <p:nvPr/>
        </p:nvPicPr>
        <p:blipFill>
          <a:blip r:embed="rId10"/>
          <a:stretch>
            <a:fillRect/>
          </a:stretch>
        </p:blipFill>
        <p:spPr>
          <a:xfrm>
            <a:off x="6864462" y="3483118"/>
            <a:ext cx="3938523" cy="739965"/>
          </a:xfrm>
          <a:prstGeom prst="rect">
            <a:avLst/>
          </a:prstGeom>
          <a:ln w="28575">
            <a:solidFill>
              <a:srgbClr val="00B050"/>
            </a:solidFill>
          </a:ln>
        </p:spPr>
      </p:pic>
      <p:pic>
        <p:nvPicPr>
          <p:cNvPr id="23" name="Resim 22">
            <a:extLst>
              <a:ext uri="{FF2B5EF4-FFF2-40B4-BE49-F238E27FC236}">
                <a16:creationId xmlns:a16="http://schemas.microsoft.com/office/drawing/2014/main" id="{9CAD870C-1CB1-CF85-0D41-99043303B4F6}"/>
              </a:ext>
            </a:extLst>
          </p:cNvPr>
          <p:cNvPicPr>
            <a:picLocks noChangeAspect="1"/>
          </p:cNvPicPr>
          <p:nvPr/>
        </p:nvPicPr>
        <p:blipFill>
          <a:blip r:embed="rId11"/>
          <a:stretch>
            <a:fillRect/>
          </a:stretch>
        </p:blipFill>
        <p:spPr>
          <a:xfrm>
            <a:off x="6656422" y="4512182"/>
            <a:ext cx="5393851" cy="739965"/>
          </a:xfrm>
          <a:prstGeom prst="rect">
            <a:avLst/>
          </a:prstGeom>
        </p:spPr>
      </p:pic>
      <p:cxnSp>
        <p:nvCxnSpPr>
          <p:cNvPr id="25" name="Düz Bağlayıcı 24">
            <a:extLst>
              <a:ext uri="{FF2B5EF4-FFF2-40B4-BE49-F238E27FC236}">
                <a16:creationId xmlns:a16="http://schemas.microsoft.com/office/drawing/2014/main" id="{F71E77DC-8DBD-4EFD-AFE5-E26BBD2408E4}"/>
              </a:ext>
            </a:extLst>
          </p:cNvPr>
          <p:cNvCxnSpPr/>
          <p:nvPr/>
        </p:nvCxnSpPr>
        <p:spPr>
          <a:xfrm>
            <a:off x="6345513" y="1282890"/>
            <a:ext cx="0" cy="521599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165356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7319_TF22378848.potx" id="{FA829434-90D8-42F3-AAD8-E0ADAE141A54}" vid="{81ABD5A3-FB1B-4CAC-9DBB-9DCD23BF5CAA}"/>
    </a:ext>
  </a:extLst>
</a:theme>
</file>

<file path=ppt/theme/theme2.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788A2F88-55C5-4ED1-9541-807C65424763}">
  <ds:schemaRefs>
    <ds:schemaRef ds:uri="http://schemas.microsoft.com/office/2006/metadata/properties"/>
    <ds:schemaRef ds:uri="http://www.w3.org/2000/xmlns/"/>
    <ds:schemaRef ds:uri="71af3243-3dd4-4a8d-8c0d-dd76da1f02a5"/>
    <ds:schemaRef ds:uri="http://www.w3.org/2001/XMLSchema-instance"/>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s>
</ds:datastoreItem>
</file>

<file path=docProps/app.xml><?xml version="1.0" encoding="utf-8"?>
<Properties xmlns="http://schemas.openxmlformats.org/officeDocument/2006/extended-properties" xmlns:vt="http://schemas.openxmlformats.org/officeDocument/2006/docPropsVTypes">
  <Template>İntegral tasarımı</Template>
  <TotalTime>267</TotalTime>
  <Words>840</Words>
  <Application>Microsoft Office PowerPoint</Application>
  <PresentationFormat>Geniş ekran</PresentationFormat>
  <Paragraphs>97</Paragraphs>
  <Slides>46</Slides>
  <Notes>2</Notes>
  <HiddenSlides>0</HiddenSlides>
  <MMClips>0</MMClips>
  <ScaleCrop>false</ScaleCrop>
  <HeadingPairs>
    <vt:vector size="4" baseType="variant">
      <vt:variant>
        <vt:lpstr>Tema</vt:lpstr>
      </vt:variant>
      <vt:variant>
        <vt:i4>1</vt:i4>
      </vt:variant>
      <vt:variant>
        <vt:lpstr>Slayt Başlıkları</vt:lpstr>
      </vt:variant>
      <vt:variant>
        <vt:i4>46</vt:i4>
      </vt:variant>
    </vt:vector>
  </HeadingPairs>
  <TitlesOfParts>
    <vt:vector size="47" baseType="lpstr">
      <vt:lpstr>İntegral</vt:lpstr>
      <vt:lpstr>Yapay Zeka Nedir?</vt:lpstr>
      <vt:lpstr>PowerPoint Sunusu</vt:lpstr>
      <vt:lpstr>Yapay Zeka’nın Tarihçesi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Yapay zeka teknolojileri</vt:lpstr>
      <vt:lpstr>PowerPoint Sunusu</vt:lpstr>
      <vt:lpstr>PowerPoint Sunusu</vt:lpstr>
      <vt:lpstr>PowerPoint Sunusu</vt:lpstr>
      <vt:lpstr>Yapay zeka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Eğitimde yapay zeka uygulamaları</vt:lpstr>
      <vt:lpstr>Prompt yazma teknikleri</vt:lpstr>
      <vt:lpstr>PowerPoint Sunusu</vt:lpstr>
      <vt:lpstr>Prompt Mühendisliği İçin Temel Formüller </vt:lpstr>
      <vt:lpstr>PowerPoint Sunusu</vt:lpstr>
      <vt:lpstr>PowerPoint Sunusu</vt:lpstr>
      <vt:lpstr>PowerPoint Sunusu</vt:lpstr>
      <vt:lpstr>PowerPoint Sunusu</vt:lpstr>
      <vt:lpstr>PowerPoint Sunusu</vt:lpstr>
      <vt:lpstr>Prompt Formüller</vt:lpstr>
      <vt:lpstr>PowerPoint Sunusu</vt:lpstr>
      <vt:lpstr>PowerPoint Sunusu</vt:lpstr>
      <vt:lpstr>PowerPoint Sunusu</vt:lpstr>
      <vt:lpstr>PowerPoint Sunusu</vt:lpstr>
      <vt:lpstr>PowerPoint Sunusu</vt:lpstr>
      <vt:lpstr>PowerPoint Sunusu</vt:lpstr>
      <vt:lpstr>PowerPoint Sunusu</vt:lpstr>
      <vt:lpstr>Shot Prompting: Nedir?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Yapay Zeka Nedir?</dc:title>
  <dc:creator>Administrator</dc:creator>
  <cp:lastModifiedBy>Nuro Max</cp:lastModifiedBy>
  <cp:revision>52</cp:revision>
  <dcterms:created xsi:type="dcterms:W3CDTF">2025-08-11T12:34:16Z</dcterms:created>
  <dcterms:modified xsi:type="dcterms:W3CDTF">2025-09-26T10:38:38Z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